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748E"/>
    <a:srgbClr val="A49A94"/>
    <a:srgbClr val="092240"/>
    <a:srgbClr val="FF9F64"/>
    <a:srgbClr val="AAC2AD"/>
    <a:srgbClr val="FFB5AD"/>
    <a:srgbClr val="C79BA8"/>
    <a:srgbClr val="AAD8F8"/>
    <a:srgbClr val="E8BEAB"/>
    <a:srgbClr val="FFDE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70" d="100"/>
          <a:sy n="70" d="100"/>
        </p:scale>
        <p:origin x="4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son, Randall" userId="ca2a9510-4177-4989-a82b-83511f3dbcf6" providerId="ADAL" clId="{9E56FBCC-9D2B-4AC3-B084-603993C68A6A}"/>
    <pc:docChg chg="undo custSel addSld modSld sldOrd">
      <pc:chgData name="Johnson, Randall" userId="ca2a9510-4177-4989-a82b-83511f3dbcf6" providerId="ADAL" clId="{9E56FBCC-9D2B-4AC3-B084-603993C68A6A}" dt="2026-10-01T15:47:16.255" v="2579" actId="478"/>
      <pc:docMkLst>
        <pc:docMk/>
      </pc:docMkLst>
      <pc:sldChg chg="addSp delSp modSp add mod">
        <pc:chgData name="Johnson, Randall" userId="ca2a9510-4177-4989-a82b-83511f3dbcf6" providerId="ADAL" clId="{9E56FBCC-9D2B-4AC3-B084-603993C68A6A}" dt="2026-10-01T15:47:16.255" v="2579" actId="478"/>
        <pc:sldMkLst>
          <pc:docMk/>
          <pc:sldMk cId="3032590612" sldId="258"/>
        </pc:sldMkLst>
        <pc:spChg chg="add del mod ord">
          <ac:chgData name="Johnson, Randall" userId="ca2a9510-4177-4989-a82b-83511f3dbcf6" providerId="ADAL" clId="{9E56FBCC-9D2B-4AC3-B084-603993C68A6A}" dt="2026-10-01T15:47:16.255" v="2579" actId="478"/>
          <ac:spMkLst>
            <pc:docMk/>
            <pc:sldMk cId="3032590612" sldId="258"/>
            <ac:spMk id="12" creationId="{EB4ED205-E8E6-D24C-F023-6E5B4EF0DE5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A08DA-3C3C-8B7F-9DED-61CD5CD1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909604-2719-41E1-315D-7E9154512C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0C7B4-2BBF-091F-D30D-21E500F71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66F20-C0DF-461A-B115-4A66B07C66B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547EC-1385-CB7C-FC28-6210AFF57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1466B-F453-F2B1-3E3F-0CDBB550A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85247-B1E7-4386-B755-272EDC995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204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1F9BF-B6D5-F8BD-7A1C-A266A1F14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F81C3-B729-A189-6C73-77C87B650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3D165-66AA-E556-4203-85A274B55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66F20-C0DF-461A-B115-4A66B07C66B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62E0C-3903-BB93-3D69-D4FFF8D25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F88F0-4E98-189E-F7F6-E6D465D1A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85247-B1E7-4386-B755-272EDC995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061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D66DE-A1F3-58F6-F8CF-203017C86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94CFB-2940-2A0E-0989-095CFC40EE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F4501-ACD5-D7D4-7B94-8799E4C43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66F20-C0DF-461A-B115-4A66B07C66B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241D5-0E32-D923-0296-EB1EBF6D7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70D98-08E9-7865-F5F8-0F8DBF659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85247-B1E7-4386-B755-272EDC995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174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C271D-ED24-F738-60D9-50A8083D2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4D080-1AD3-DA12-3686-00F6DB9731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9EE3CA-019B-69E1-BC90-B3249A533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9456FC-8955-E6EE-547A-03EE6E7F9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66F20-C0DF-461A-B115-4A66B07C66B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C931EA-E686-5567-BFF8-D79EB54CA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EEAB7E-D909-4F70-702B-B96D723A4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85247-B1E7-4386-B755-272EDC995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340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DA092-447D-F657-AC6D-552C8F682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8EFCA-E72B-ED8F-1688-62624A1C7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B9A83F-DDEB-6419-A737-69C67DB5B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BCE0F9-E967-58BB-6D8D-25465BBA36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5E466-7774-D1C2-33E9-5EF7F25754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7FB173-534E-BE8D-40DF-9F8BCD57E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66F20-C0DF-461A-B115-4A66B07C66B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96F05E-B242-CE44-9A11-4723F0DAF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9BDA56-A36C-BB19-91C3-2F51C106E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85247-B1E7-4386-B755-272EDC995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792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6BF98-EF50-E905-A79F-2625AB3A2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782137-8418-B693-CD2C-1C766D373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66F20-C0DF-461A-B115-4A66B07C66B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D782B2-ABB1-4D6F-A68C-5B68DF68C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544B9D-D832-E0DD-A645-8EAEF89C3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85247-B1E7-4386-B755-272EDC995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557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D15163-8CF0-9D00-6258-AFF1DA9A3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66F20-C0DF-461A-B115-4A66B07C66B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5E4070-2766-CA53-25B7-B90256A01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49112-4235-E4A0-2B34-824E93EC2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85247-B1E7-4386-B755-272EDC995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955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E5D59-246A-67F8-DCA6-1E12B47BA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2C9FE-B23E-C92D-B714-159DACE8F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99617D-7DB3-C5E4-1482-A6C5F3EF2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78435B-5B49-2F68-415C-554A719A8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66F20-C0DF-461A-B115-4A66B07C66B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75DF91-A9C5-952C-442F-39AB3CC74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F72B64-348A-48C3-49C0-9FA767E2B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85247-B1E7-4386-B755-272EDC995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09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29E29-D0C4-480F-704A-609C81AD2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1A62D9-B314-4672-7C56-0005495CE6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39935C-CC2E-9F84-6ED0-EBFA6A5EA3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0B674-EF2F-F763-395A-7B0ED3B86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66F20-C0DF-461A-B115-4A66B07C66B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908BF9-F7DD-4B19-0F9D-09D60AF6D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5A0508-1659-1B1C-8E1F-F68E5E9C8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85247-B1E7-4386-B755-272EDC995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730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51EB4-3C41-28FF-7435-173870532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1097BD-0E69-8178-143B-50694CB7DC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68390-93CA-2E5A-CCE0-C45D01D8A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66F20-C0DF-461A-B115-4A66B07C66B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D79CF-666C-3231-F6C0-32015FAF4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0CC77-44EB-186F-5F39-0444F1100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85247-B1E7-4386-B755-272EDC995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676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2B11FD-9BDB-782E-0BA5-554467FF51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99B813-59F6-8179-BB36-2BA8158BCF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88DB0-269D-CE29-7482-9886F934E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66F20-C0DF-461A-B115-4A66B07C66B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058B68-B785-CA13-F6A2-DFFF01FA8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ED8CA-AD94-E4AB-2B6F-CDF53D73F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85247-B1E7-4386-B755-272EDC995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897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EE809E-1CAE-06C1-48ED-719E3D306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F70458-D452-F40E-376F-3FDBF49C1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606E0-3E33-6766-CBBB-60A2BADA86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266F20-C0DF-461A-B115-4A66B07C66B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D4BA6-9AB3-21CF-98CC-2F61E37E3C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F0008-D4C6-3A57-5134-8C79519A61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585247-B1E7-4386-B755-272EDC995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892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6DB3402-0298-F1E2-7265-1E4878F10D3E}"/>
              </a:ext>
            </a:extLst>
          </p:cNvPr>
          <p:cNvSpPr/>
          <p:nvPr/>
        </p:nvSpPr>
        <p:spPr>
          <a:xfrm>
            <a:off x="2721204" y="67677"/>
            <a:ext cx="6749591" cy="6722645"/>
          </a:xfrm>
          <a:prstGeom prst="ellipse">
            <a:avLst/>
          </a:prstGeom>
          <a:solidFill>
            <a:srgbClr val="09224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5445AF-22E1-D808-16B3-3E101038FC62}"/>
              </a:ext>
            </a:extLst>
          </p:cNvPr>
          <p:cNvSpPr/>
          <p:nvPr/>
        </p:nvSpPr>
        <p:spPr>
          <a:xfrm>
            <a:off x="4165961" y="239302"/>
            <a:ext cx="5301386" cy="6200876"/>
          </a:xfrm>
          <a:custGeom>
            <a:avLst/>
            <a:gdLst>
              <a:gd name="csX0" fmla="*/ 4828854 w 4828854"/>
              <a:gd name="csY0" fmla="*/ 3000054 h 6133672"/>
              <a:gd name="csX1" fmla="*/ 1325366 w 4828854"/>
              <a:gd name="csY1" fmla="*/ 2363056 h 6133672"/>
              <a:gd name="csX2" fmla="*/ 0 w 4828854"/>
              <a:gd name="csY2" fmla="*/ 6133672 h 6133672"/>
              <a:gd name="csX3" fmla="*/ 2383604 w 4828854"/>
              <a:gd name="csY3" fmla="*/ 2979506 h 6133672"/>
              <a:gd name="csX4" fmla="*/ 421240 w 4828854"/>
              <a:gd name="csY4" fmla="*/ 0 h 6133672"/>
              <a:gd name="csX5" fmla="*/ 1222624 w 4828854"/>
              <a:gd name="csY5" fmla="*/ 3821987 h 6133672"/>
              <a:gd name="csX6" fmla="*/ 4828854 w 4828854"/>
              <a:gd name="csY6" fmla="*/ 3000054 h 6133672"/>
              <a:gd name="csX0" fmla="*/ 4828854 w 4828854"/>
              <a:gd name="csY0" fmla="*/ 3000054 h 6133672"/>
              <a:gd name="csX1" fmla="*/ 1325366 w 4828854"/>
              <a:gd name="csY1" fmla="*/ 2363056 h 6133672"/>
              <a:gd name="csX2" fmla="*/ 0 w 4828854"/>
              <a:gd name="csY2" fmla="*/ 6133672 h 6133672"/>
              <a:gd name="csX3" fmla="*/ 2383604 w 4828854"/>
              <a:gd name="csY3" fmla="*/ 2979506 h 6133672"/>
              <a:gd name="csX4" fmla="*/ 421240 w 4828854"/>
              <a:gd name="csY4" fmla="*/ 0 h 6133672"/>
              <a:gd name="csX5" fmla="*/ 1222624 w 4828854"/>
              <a:gd name="csY5" fmla="*/ 3821987 h 6133672"/>
              <a:gd name="csX6" fmla="*/ 4828854 w 4828854"/>
              <a:gd name="csY6" fmla="*/ 3000054 h 6133672"/>
              <a:gd name="csX0" fmla="*/ 4828854 w 4828854"/>
              <a:gd name="csY0" fmla="*/ 3000054 h 6133672"/>
              <a:gd name="csX1" fmla="*/ 1325366 w 4828854"/>
              <a:gd name="csY1" fmla="*/ 2363056 h 6133672"/>
              <a:gd name="csX2" fmla="*/ 0 w 4828854"/>
              <a:gd name="csY2" fmla="*/ 6133672 h 6133672"/>
              <a:gd name="csX3" fmla="*/ 2383604 w 4828854"/>
              <a:gd name="csY3" fmla="*/ 2979506 h 6133672"/>
              <a:gd name="csX4" fmla="*/ 421240 w 4828854"/>
              <a:gd name="csY4" fmla="*/ 0 h 6133672"/>
              <a:gd name="csX5" fmla="*/ 1222624 w 4828854"/>
              <a:gd name="csY5" fmla="*/ 3821987 h 6133672"/>
              <a:gd name="csX6" fmla="*/ 4828854 w 4828854"/>
              <a:gd name="csY6" fmla="*/ 3000054 h 6133672"/>
              <a:gd name="csX0" fmla="*/ 4828854 w 4828854"/>
              <a:gd name="csY0" fmla="*/ 3000054 h 6133672"/>
              <a:gd name="csX1" fmla="*/ 1325366 w 4828854"/>
              <a:gd name="csY1" fmla="*/ 2363056 h 6133672"/>
              <a:gd name="csX2" fmla="*/ 0 w 4828854"/>
              <a:gd name="csY2" fmla="*/ 6133672 h 6133672"/>
              <a:gd name="csX3" fmla="*/ 2383604 w 4828854"/>
              <a:gd name="csY3" fmla="*/ 2979506 h 6133672"/>
              <a:gd name="csX4" fmla="*/ 421240 w 4828854"/>
              <a:gd name="csY4" fmla="*/ 0 h 6133672"/>
              <a:gd name="csX5" fmla="*/ 1222624 w 4828854"/>
              <a:gd name="csY5" fmla="*/ 3821987 h 6133672"/>
              <a:gd name="csX6" fmla="*/ 4828854 w 4828854"/>
              <a:gd name="csY6" fmla="*/ 3000054 h 6133672"/>
              <a:gd name="csX0" fmla="*/ 4828854 w 4828854"/>
              <a:gd name="csY0" fmla="*/ 3000054 h 6133672"/>
              <a:gd name="csX1" fmla="*/ 1325366 w 4828854"/>
              <a:gd name="csY1" fmla="*/ 2363056 h 6133672"/>
              <a:gd name="csX2" fmla="*/ 0 w 4828854"/>
              <a:gd name="csY2" fmla="*/ 6133672 h 6133672"/>
              <a:gd name="csX3" fmla="*/ 2383604 w 4828854"/>
              <a:gd name="csY3" fmla="*/ 2979506 h 6133672"/>
              <a:gd name="csX4" fmla="*/ 421240 w 4828854"/>
              <a:gd name="csY4" fmla="*/ 0 h 6133672"/>
              <a:gd name="csX5" fmla="*/ 1222624 w 4828854"/>
              <a:gd name="csY5" fmla="*/ 3821987 h 6133672"/>
              <a:gd name="csX6" fmla="*/ 4828854 w 4828854"/>
              <a:gd name="csY6" fmla="*/ 3000054 h 6133672"/>
              <a:gd name="csX0" fmla="*/ 4987253 w 4987253"/>
              <a:gd name="csY0" fmla="*/ 3000054 h 6133672"/>
              <a:gd name="csX1" fmla="*/ 1483765 w 4987253"/>
              <a:gd name="csY1" fmla="*/ 2363056 h 6133672"/>
              <a:gd name="csX2" fmla="*/ 158399 w 4987253"/>
              <a:gd name="csY2" fmla="*/ 6133672 h 6133672"/>
              <a:gd name="csX3" fmla="*/ 2542003 w 4987253"/>
              <a:gd name="csY3" fmla="*/ 2979506 h 6133672"/>
              <a:gd name="csX4" fmla="*/ 579639 w 4987253"/>
              <a:gd name="csY4" fmla="*/ 0 h 6133672"/>
              <a:gd name="csX5" fmla="*/ 1381023 w 4987253"/>
              <a:gd name="csY5" fmla="*/ 3821987 h 6133672"/>
              <a:gd name="csX6" fmla="*/ 4987253 w 4987253"/>
              <a:gd name="csY6" fmla="*/ 3000054 h 6133672"/>
              <a:gd name="csX0" fmla="*/ 4987253 w 4987253"/>
              <a:gd name="csY0" fmla="*/ 3000054 h 6133672"/>
              <a:gd name="csX1" fmla="*/ 1483765 w 4987253"/>
              <a:gd name="csY1" fmla="*/ 2363056 h 6133672"/>
              <a:gd name="csX2" fmla="*/ 158399 w 4987253"/>
              <a:gd name="csY2" fmla="*/ 6133672 h 6133672"/>
              <a:gd name="csX3" fmla="*/ 2542003 w 4987253"/>
              <a:gd name="csY3" fmla="*/ 2979506 h 6133672"/>
              <a:gd name="csX4" fmla="*/ 579639 w 4987253"/>
              <a:gd name="csY4" fmla="*/ 0 h 6133672"/>
              <a:gd name="csX5" fmla="*/ 1381023 w 4987253"/>
              <a:gd name="csY5" fmla="*/ 3821987 h 6133672"/>
              <a:gd name="csX6" fmla="*/ 4987253 w 4987253"/>
              <a:gd name="csY6" fmla="*/ 3000054 h 6133672"/>
              <a:gd name="csX0" fmla="*/ 4994147 w 4994147"/>
              <a:gd name="csY0" fmla="*/ 3000054 h 6154838"/>
              <a:gd name="csX1" fmla="*/ 1490659 w 4994147"/>
              <a:gd name="csY1" fmla="*/ 2363056 h 6154838"/>
              <a:gd name="csX2" fmla="*/ 156827 w 4994147"/>
              <a:gd name="csY2" fmla="*/ 6154838 h 6154838"/>
              <a:gd name="csX3" fmla="*/ 2548897 w 4994147"/>
              <a:gd name="csY3" fmla="*/ 2979506 h 6154838"/>
              <a:gd name="csX4" fmla="*/ 586533 w 4994147"/>
              <a:gd name="csY4" fmla="*/ 0 h 6154838"/>
              <a:gd name="csX5" fmla="*/ 1387917 w 4994147"/>
              <a:gd name="csY5" fmla="*/ 3821987 h 6154838"/>
              <a:gd name="csX6" fmla="*/ 4994147 w 4994147"/>
              <a:gd name="csY6" fmla="*/ 3000054 h 6154838"/>
              <a:gd name="csX0" fmla="*/ 4994147 w 4994147"/>
              <a:gd name="csY0" fmla="*/ 3000054 h 6154838"/>
              <a:gd name="csX1" fmla="*/ 1490659 w 4994147"/>
              <a:gd name="csY1" fmla="*/ 2363056 h 6154838"/>
              <a:gd name="csX2" fmla="*/ 156827 w 4994147"/>
              <a:gd name="csY2" fmla="*/ 6154838 h 6154838"/>
              <a:gd name="csX3" fmla="*/ 2548897 w 4994147"/>
              <a:gd name="csY3" fmla="*/ 2979506 h 6154838"/>
              <a:gd name="csX4" fmla="*/ 586533 w 4994147"/>
              <a:gd name="csY4" fmla="*/ 0 h 6154838"/>
              <a:gd name="csX5" fmla="*/ 1387917 w 4994147"/>
              <a:gd name="csY5" fmla="*/ 3821987 h 6154838"/>
              <a:gd name="csX6" fmla="*/ 4994147 w 4994147"/>
              <a:gd name="csY6" fmla="*/ 3000054 h 6154838"/>
              <a:gd name="csX0" fmla="*/ 5079023 w 5079023"/>
              <a:gd name="csY0" fmla="*/ 3000054 h 6154838"/>
              <a:gd name="csX1" fmla="*/ 1575535 w 5079023"/>
              <a:gd name="csY1" fmla="*/ 2363056 h 6154838"/>
              <a:gd name="csX2" fmla="*/ 241703 w 5079023"/>
              <a:gd name="csY2" fmla="*/ 6154838 h 6154838"/>
              <a:gd name="csX3" fmla="*/ 2633773 w 5079023"/>
              <a:gd name="csY3" fmla="*/ 2979506 h 6154838"/>
              <a:gd name="csX4" fmla="*/ 671409 w 5079023"/>
              <a:gd name="csY4" fmla="*/ 0 h 6154838"/>
              <a:gd name="csX5" fmla="*/ 1472793 w 5079023"/>
              <a:gd name="csY5" fmla="*/ 3821987 h 6154838"/>
              <a:gd name="csX6" fmla="*/ 5079023 w 5079023"/>
              <a:gd name="csY6" fmla="*/ 3000054 h 6154838"/>
              <a:gd name="csX0" fmla="*/ 5079023 w 5079023"/>
              <a:gd name="csY0" fmla="*/ 3000054 h 6154838"/>
              <a:gd name="csX1" fmla="*/ 1575535 w 5079023"/>
              <a:gd name="csY1" fmla="*/ 2363056 h 6154838"/>
              <a:gd name="csX2" fmla="*/ 241703 w 5079023"/>
              <a:gd name="csY2" fmla="*/ 6154838 h 6154838"/>
              <a:gd name="csX3" fmla="*/ 2633773 w 5079023"/>
              <a:gd name="csY3" fmla="*/ 2979506 h 6154838"/>
              <a:gd name="csX4" fmla="*/ 671409 w 5079023"/>
              <a:gd name="csY4" fmla="*/ 0 h 6154838"/>
              <a:gd name="csX5" fmla="*/ 1472793 w 5079023"/>
              <a:gd name="csY5" fmla="*/ 3821987 h 6154838"/>
              <a:gd name="csX6" fmla="*/ 5079023 w 5079023"/>
              <a:gd name="csY6" fmla="*/ 3000054 h 6154838"/>
              <a:gd name="csX0" fmla="*/ 5079023 w 5079023"/>
              <a:gd name="csY0" fmla="*/ 3000054 h 6154838"/>
              <a:gd name="csX1" fmla="*/ 1575535 w 5079023"/>
              <a:gd name="csY1" fmla="*/ 2363056 h 6154838"/>
              <a:gd name="csX2" fmla="*/ 241703 w 5079023"/>
              <a:gd name="csY2" fmla="*/ 6154838 h 6154838"/>
              <a:gd name="csX3" fmla="*/ 2633773 w 5079023"/>
              <a:gd name="csY3" fmla="*/ 2979506 h 6154838"/>
              <a:gd name="csX4" fmla="*/ 671409 w 5079023"/>
              <a:gd name="csY4" fmla="*/ 0 h 6154838"/>
              <a:gd name="csX5" fmla="*/ 1472793 w 5079023"/>
              <a:gd name="csY5" fmla="*/ 3821987 h 6154838"/>
              <a:gd name="csX6" fmla="*/ 5079023 w 5079023"/>
              <a:gd name="csY6" fmla="*/ 3000054 h 6154838"/>
              <a:gd name="csX0" fmla="*/ 5079023 w 5079023"/>
              <a:gd name="csY0" fmla="*/ 3000054 h 6154838"/>
              <a:gd name="csX1" fmla="*/ 1575535 w 5079023"/>
              <a:gd name="csY1" fmla="*/ 2363056 h 6154838"/>
              <a:gd name="csX2" fmla="*/ 241703 w 5079023"/>
              <a:gd name="csY2" fmla="*/ 6154838 h 6154838"/>
              <a:gd name="csX3" fmla="*/ 2633773 w 5079023"/>
              <a:gd name="csY3" fmla="*/ 2979506 h 6154838"/>
              <a:gd name="csX4" fmla="*/ 671409 w 5079023"/>
              <a:gd name="csY4" fmla="*/ 0 h 6154838"/>
              <a:gd name="csX5" fmla="*/ 1472793 w 5079023"/>
              <a:gd name="csY5" fmla="*/ 3821987 h 6154838"/>
              <a:gd name="csX6" fmla="*/ 5079023 w 5079023"/>
              <a:gd name="csY6" fmla="*/ 3000054 h 6154838"/>
              <a:gd name="csX0" fmla="*/ 5079023 w 5079023"/>
              <a:gd name="csY0" fmla="*/ 3000054 h 6154838"/>
              <a:gd name="csX1" fmla="*/ 1575535 w 5079023"/>
              <a:gd name="csY1" fmla="*/ 2363056 h 6154838"/>
              <a:gd name="csX2" fmla="*/ 241703 w 5079023"/>
              <a:gd name="csY2" fmla="*/ 6154838 h 6154838"/>
              <a:gd name="csX3" fmla="*/ 2633773 w 5079023"/>
              <a:gd name="csY3" fmla="*/ 2979506 h 6154838"/>
              <a:gd name="csX4" fmla="*/ 671409 w 5079023"/>
              <a:gd name="csY4" fmla="*/ 0 h 6154838"/>
              <a:gd name="csX5" fmla="*/ 1472793 w 5079023"/>
              <a:gd name="csY5" fmla="*/ 3821987 h 6154838"/>
              <a:gd name="csX6" fmla="*/ 5079023 w 5079023"/>
              <a:gd name="csY6" fmla="*/ 3000054 h 6154838"/>
              <a:gd name="csX0" fmla="*/ 5079023 w 5079023"/>
              <a:gd name="csY0" fmla="*/ 3012754 h 6167538"/>
              <a:gd name="csX1" fmla="*/ 1575535 w 5079023"/>
              <a:gd name="csY1" fmla="*/ 2375756 h 6167538"/>
              <a:gd name="csX2" fmla="*/ 241703 w 5079023"/>
              <a:gd name="csY2" fmla="*/ 6167538 h 6167538"/>
              <a:gd name="csX3" fmla="*/ 2633773 w 5079023"/>
              <a:gd name="csY3" fmla="*/ 2992206 h 6167538"/>
              <a:gd name="csX4" fmla="*/ 667175 w 5079023"/>
              <a:gd name="csY4" fmla="*/ 0 h 6167538"/>
              <a:gd name="csX5" fmla="*/ 1472793 w 5079023"/>
              <a:gd name="csY5" fmla="*/ 3834687 h 6167538"/>
              <a:gd name="csX6" fmla="*/ 5079023 w 5079023"/>
              <a:gd name="csY6" fmla="*/ 3012754 h 6167538"/>
              <a:gd name="csX0" fmla="*/ 5079023 w 5079023"/>
              <a:gd name="csY0" fmla="*/ 3012754 h 6167538"/>
              <a:gd name="csX1" fmla="*/ 1575535 w 5079023"/>
              <a:gd name="csY1" fmla="*/ 2375756 h 6167538"/>
              <a:gd name="csX2" fmla="*/ 241703 w 5079023"/>
              <a:gd name="csY2" fmla="*/ 6167538 h 6167538"/>
              <a:gd name="csX3" fmla="*/ 2633773 w 5079023"/>
              <a:gd name="csY3" fmla="*/ 2992206 h 6167538"/>
              <a:gd name="csX4" fmla="*/ 667175 w 5079023"/>
              <a:gd name="csY4" fmla="*/ 0 h 6167538"/>
              <a:gd name="csX5" fmla="*/ 1472793 w 5079023"/>
              <a:gd name="csY5" fmla="*/ 3834687 h 6167538"/>
              <a:gd name="csX6" fmla="*/ 5079023 w 5079023"/>
              <a:gd name="csY6" fmla="*/ 3012754 h 6167538"/>
              <a:gd name="csX0" fmla="*/ 5079023 w 5079023"/>
              <a:gd name="csY0" fmla="*/ 3012754 h 6167538"/>
              <a:gd name="csX1" fmla="*/ 1575535 w 5079023"/>
              <a:gd name="csY1" fmla="*/ 2375756 h 6167538"/>
              <a:gd name="csX2" fmla="*/ 241703 w 5079023"/>
              <a:gd name="csY2" fmla="*/ 6167538 h 6167538"/>
              <a:gd name="csX3" fmla="*/ 2633773 w 5079023"/>
              <a:gd name="csY3" fmla="*/ 2992206 h 6167538"/>
              <a:gd name="csX4" fmla="*/ 667175 w 5079023"/>
              <a:gd name="csY4" fmla="*/ 0 h 6167538"/>
              <a:gd name="csX5" fmla="*/ 1472793 w 5079023"/>
              <a:gd name="csY5" fmla="*/ 3834687 h 6167538"/>
              <a:gd name="csX6" fmla="*/ 5079023 w 5079023"/>
              <a:gd name="csY6" fmla="*/ 3012754 h 6167538"/>
              <a:gd name="csX0" fmla="*/ 5079023 w 5079023"/>
              <a:gd name="csY0" fmla="*/ 3012754 h 6167538"/>
              <a:gd name="csX1" fmla="*/ 1575535 w 5079023"/>
              <a:gd name="csY1" fmla="*/ 2375756 h 6167538"/>
              <a:gd name="csX2" fmla="*/ 241703 w 5079023"/>
              <a:gd name="csY2" fmla="*/ 6167538 h 6167538"/>
              <a:gd name="csX3" fmla="*/ 2633773 w 5079023"/>
              <a:gd name="csY3" fmla="*/ 2992206 h 6167538"/>
              <a:gd name="csX4" fmla="*/ 667175 w 5079023"/>
              <a:gd name="csY4" fmla="*/ 0 h 6167538"/>
              <a:gd name="csX5" fmla="*/ 1472793 w 5079023"/>
              <a:gd name="csY5" fmla="*/ 3834687 h 6167538"/>
              <a:gd name="csX6" fmla="*/ 5079023 w 5079023"/>
              <a:gd name="csY6" fmla="*/ 3012754 h 6167538"/>
              <a:gd name="csX0" fmla="*/ 5079023 w 5079023"/>
              <a:gd name="csY0" fmla="*/ 3012754 h 6167538"/>
              <a:gd name="csX1" fmla="*/ 1575535 w 5079023"/>
              <a:gd name="csY1" fmla="*/ 2375756 h 6167538"/>
              <a:gd name="csX2" fmla="*/ 241703 w 5079023"/>
              <a:gd name="csY2" fmla="*/ 6167538 h 6167538"/>
              <a:gd name="csX3" fmla="*/ 2633773 w 5079023"/>
              <a:gd name="csY3" fmla="*/ 2992206 h 6167538"/>
              <a:gd name="csX4" fmla="*/ 667175 w 5079023"/>
              <a:gd name="csY4" fmla="*/ 0 h 6167538"/>
              <a:gd name="csX5" fmla="*/ 1472793 w 5079023"/>
              <a:gd name="csY5" fmla="*/ 3834687 h 6167538"/>
              <a:gd name="csX6" fmla="*/ 5079023 w 5079023"/>
              <a:gd name="csY6" fmla="*/ 3012754 h 6167538"/>
              <a:gd name="csX0" fmla="*/ 5079023 w 5079023"/>
              <a:gd name="csY0" fmla="*/ 3012754 h 6167538"/>
              <a:gd name="csX1" fmla="*/ 1575535 w 5079023"/>
              <a:gd name="csY1" fmla="*/ 2375756 h 6167538"/>
              <a:gd name="csX2" fmla="*/ 241703 w 5079023"/>
              <a:gd name="csY2" fmla="*/ 6167538 h 6167538"/>
              <a:gd name="csX3" fmla="*/ 2633773 w 5079023"/>
              <a:gd name="csY3" fmla="*/ 2992206 h 6167538"/>
              <a:gd name="csX4" fmla="*/ 667175 w 5079023"/>
              <a:gd name="csY4" fmla="*/ 0 h 6167538"/>
              <a:gd name="csX5" fmla="*/ 1472793 w 5079023"/>
              <a:gd name="csY5" fmla="*/ 3834687 h 6167538"/>
              <a:gd name="csX6" fmla="*/ 5079023 w 5079023"/>
              <a:gd name="csY6" fmla="*/ 3012754 h 6167538"/>
              <a:gd name="csX0" fmla="*/ 5079023 w 5079023"/>
              <a:gd name="csY0" fmla="*/ 3012754 h 6167538"/>
              <a:gd name="csX1" fmla="*/ 1575535 w 5079023"/>
              <a:gd name="csY1" fmla="*/ 2375756 h 6167538"/>
              <a:gd name="csX2" fmla="*/ 241703 w 5079023"/>
              <a:gd name="csY2" fmla="*/ 6167538 h 6167538"/>
              <a:gd name="csX3" fmla="*/ 2633773 w 5079023"/>
              <a:gd name="csY3" fmla="*/ 2992206 h 6167538"/>
              <a:gd name="csX4" fmla="*/ 667175 w 5079023"/>
              <a:gd name="csY4" fmla="*/ 0 h 6167538"/>
              <a:gd name="csX5" fmla="*/ 1472793 w 5079023"/>
              <a:gd name="csY5" fmla="*/ 3834687 h 6167538"/>
              <a:gd name="csX6" fmla="*/ 5079023 w 5079023"/>
              <a:gd name="csY6" fmla="*/ 3012754 h 6167538"/>
              <a:gd name="csX0" fmla="*/ 5079023 w 5079023"/>
              <a:gd name="csY0" fmla="*/ 3012754 h 6167538"/>
              <a:gd name="csX1" fmla="*/ 1575535 w 5079023"/>
              <a:gd name="csY1" fmla="*/ 2375756 h 6167538"/>
              <a:gd name="csX2" fmla="*/ 241703 w 5079023"/>
              <a:gd name="csY2" fmla="*/ 6167538 h 6167538"/>
              <a:gd name="csX3" fmla="*/ 2633773 w 5079023"/>
              <a:gd name="csY3" fmla="*/ 2992206 h 6167538"/>
              <a:gd name="csX4" fmla="*/ 667175 w 5079023"/>
              <a:gd name="csY4" fmla="*/ 0 h 6167538"/>
              <a:gd name="csX5" fmla="*/ 1472793 w 5079023"/>
              <a:gd name="csY5" fmla="*/ 3834687 h 6167538"/>
              <a:gd name="csX6" fmla="*/ 5079023 w 5079023"/>
              <a:gd name="csY6" fmla="*/ 3012754 h 6167538"/>
              <a:gd name="csX0" fmla="*/ 5079023 w 5079023"/>
              <a:gd name="csY0" fmla="*/ 3012754 h 6167538"/>
              <a:gd name="csX1" fmla="*/ 1575535 w 5079023"/>
              <a:gd name="csY1" fmla="*/ 2375756 h 6167538"/>
              <a:gd name="csX2" fmla="*/ 241703 w 5079023"/>
              <a:gd name="csY2" fmla="*/ 6167538 h 6167538"/>
              <a:gd name="csX3" fmla="*/ 2633773 w 5079023"/>
              <a:gd name="csY3" fmla="*/ 2992206 h 6167538"/>
              <a:gd name="csX4" fmla="*/ 667175 w 5079023"/>
              <a:gd name="csY4" fmla="*/ 0 h 6167538"/>
              <a:gd name="csX5" fmla="*/ 1472793 w 5079023"/>
              <a:gd name="csY5" fmla="*/ 3834687 h 6167538"/>
              <a:gd name="csX6" fmla="*/ 5079023 w 5079023"/>
              <a:gd name="csY6" fmla="*/ 3012754 h 6167538"/>
              <a:gd name="csX0" fmla="*/ 5109185 w 5109185"/>
              <a:gd name="csY0" fmla="*/ 3012754 h 6167538"/>
              <a:gd name="csX1" fmla="*/ 1575535 w 5109185"/>
              <a:gd name="csY1" fmla="*/ 2375756 h 6167538"/>
              <a:gd name="csX2" fmla="*/ 241703 w 5109185"/>
              <a:gd name="csY2" fmla="*/ 6167538 h 6167538"/>
              <a:gd name="csX3" fmla="*/ 2633773 w 5109185"/>
              <a:gd name="csY3" fmla="*/ 2992206 h 6167538"/>
              <a:gd name="csX4" fmla="*/ 667175 w 5109185"/>
              <a:gd name="csY4" fmla="*/ 0 h 6167538"/>
              <a:gd name="csX5" fmla="*/ 1472793 w 5109185"/>
              <a:gd name="csY5" fmla="*/ 3834687 h 6167538"/>
              <a:gd name="csX6" fmla="*/ 5109185 w 5109185"/>
              <a:gd name="csY6" fmla="*/ 3012754 h 6167538"/>
              <a:gd name="csX0" fmla="*/ 5104422 w 5104422"/>
              <a:gd name="csY0" fmla="*/ 3011166 h 6167538"/>
              <a:gd name="csX1" fmla="*/ 1575535 w 5104422"/>
              <a:gd name="csY1" fmla="*/ 2375756 h 6167538"/>
              <a:gd name="csX2" fmla="*/ 241703 w 5104422"/>
              <a:gd name="csY2" fmla="*/ 6167538 h 6167538"/>
              <a:gd name="csX3" fmla="*/ 2633773 w 5104422"/>
              <a:gd name="csY3" fmla="*/ 2992206 h 6167538"/>
              <a:gd name="csX4" fmla="*/ 667175 w 5104422"/>
              <a:gd name="csY4" fmla="*/ 0 h 6167538"/>
              <a:gd name="csX5" fmla="*/ 1472793 w 5104422"/>
              <a:gd name="csY5" fmla="*/ 3834687 h 6167538"/>
              <a:gd name="csX6" fmla="*/ 5104422 w 5104422"/>
              <a:gd name="csY6" fmla="*/ 3011166 h 6167538"/>
              <a:gd name="csX0" fmla="*/ 5108905 w 5108905"/>
              <a:gd name="csY0" fmla="*/ 3011166 h 6175476"/>
              <a:gd name="csX1" fmla="*/ 1580018 w 5108905"/>
              <a:gd name="csY1" fmla="*/ 2375756 h 6175476"/>
              <a:gd name="csX2" fmla="*/ 239836 w 5108905"/>
              <a:gd name="csY2" fmla="*/ 6175476 h 6175476"/>
              <a:gd name="csX3" fmla="*/ 2638256 w 5108905"/>
              <a:gd name="csY3" fmla="*/ 2992206 h 6175476"/>
              <a:gd name="csX4" fmla="*/ 671658 w 5108905"/>
              <a:gd name="csY4" fmla="*/ 0 h 6175476"/>
              <a:gd name="csX5" fmla="*/ 1477276 w 5108905"/>
              <a:gd name="csY5" fmla="*/ 3834687 h 6175476"/>
              <a:gd name="csX6" fmla="*/ 5108905 w 5108905"/>
              <a:gd name="csY6" fmla="*/ 3011166 h 6175476"/>
              <a:gd name="csX0" fmla="*/ 5108905 w 5108905"/>
              <a:gd name="csY0" fmla="*/ 3036566 h 6200876"/>
              <a:gd name="csX1" fmla="*/ 1580018 w 5108905"/>
              <a:gd name="csY1" fmla="*/ 2401156 h 6200876"/>
              <a:gd name="csX2" fmla="*/ 239836 w 5108905"/>
              <a:gd name="csY2" fmla="*/ 6200876 h 6200876"/>
              <a:gd name="csX3" fmla="*/ 2638256 w 5108905"/>
              <a:gd name="csY3" fmla="*/ 3017606 h 6200876"/>
              <a:gd name="csX4" fmla="*/ 666895 w 5108905"/>
              <a:gd name="csY4" fmla="*/ 0 h 6200876"/>
              <a:gd name="csX5" fmla="*/ 1477276 w 5108905"/>
              <a:gd name="csY5" fmla="*/ 3860087 h 6200876"/>
              <a:gd name="csX6" fmla="*/ 5108905 w 5108905"/>
              <a:gd name="csY6" fmla="*/ 3036566 h 6200876"/>
              <a:gd name="csX0" fmla="*/ 5108905 w 5108905"/>
              <a:gd name="csY0" fmla="*/ 3036566 h 6200876"/>
              <a:gd name="csX1" fmla="*/ 1580018 w 5108905"/>
              <a:gd name="csY1" fmla="*/ 2401156 h 6200876"/>
              <a:gd name="csX2" fmla="*/ 239836 w 5108905"/>
              <a:gd name="csY2" fmla="*/ 6200876 h 6200876"/>
              <a:gd name="csX3" fmla="*/ 2638256 w 5108905"/>
              <a:gd name="csY3" fmla="*/ 3017606 h 6200876"/>
              <a:gd name="csX4" fmla="*/ 666895 w 5108905"/>
              <a:gd name="csY4" fmla="*/ 0 h 6200876"/>
              <a:gd name="csX5" fmla="*/ 1477276 w 5108905"/>
              <a:gd name="csY5" fmla="*/ 3860087 h 6200876"/>
              <a:gd name="csX6" fmla="*/ 5108905 w 5108905"/>
              <a:gd name="csY6" fmla="*/ 3036566 h 6200876"/>
              <a:gd name="csX0" fmla="*/ 5108905 w 5108905"/>
              <a:gd name="csY0" fmla="*/ 3036566 h 6200876"/>
              <a:gd name="csX1" fmla="*/ 1580018 w 5108905"/>
              <a:gd name="csY1" fmla="*/ 2401156 h 6200876"/>
              <a:gd name="csX2" fmla="*/ 239836 w 5108905"/>
              <a:gd name="csY2" fmla="*/ 6200876 h 6200876"/>
              <a:gd name="csX3" fmla="*/ 2638256 w 5108905"/>
              <a:gd name="csY3" fmla="*/ 3017606 h 6200876"/>
              <a:gd name="csX4" fmla="*/ 666895 w 5108905"/>
              <a:gd name="csY4" fmla="*/ 0 h 6200876"/>
              <a:gd name="csX5" fmla="*/ 1477276 w 5108905"/>
              <a:gd name="csY5" fmla="*/ 3860087 h 6200876"/>
              <a:gd name="csX6" fmla="*/ 5108905 w 5108905"/>
              <a:gd name="csY6" fmla="*/ 3036566 h 6200876"/>
              <a:gd name="csX0" fmla="*/ 5108905 w 5108905"/>
              <a:gd name="csY0" fmla="*/ 3036566 h 6200876"/>
              <a:gd name="csX1" fmla="*/ 1580018 w 5108905"/>
              <a:gd name="csY1" fmla="*/ 2401156 h 6200876"/>
              <a:gd name="csX2" fmla="*/ 239836 w 5108905"/>
              <a:gd name="csY2" fmla="*/ 6200876 h 6200876"/>
              <a:gd name="csX3" fmla="*/ 2638256 w 5108905"/>
              <a:gd name="csY3" fmla="*/ 3017606 h 6200876"/>
              <a:gd name="csX4" fmla="*/ 666895 w 5108905"/>
              <a:gd name="csY4" fmla="*/ 0 h 6200876"/>
              <a:gd name="csX5" fmla="*/ 1477276 w 5108905"/>
              <a:gd name="csY5" fmla="*/ 3860087 h 6200876"/>
              <a:gd name="csX6" fmla="*/ 5108905 w 5108905"/>
              <a:gd name="csY6" fmla="*/ 3036566 h 6200876"/>
              <a:gd name="csX0" fmla="*/ 5108905 w 5108905"/>
              <a:gd name="csY0" fmla="*/ 3036566 h 6200876"/>
              <a:gd name="csX1" fmla="*/ 1580018 w 5108905"/>
              <a:gd name="csY1" fmla="*/ 2401156 h 6200876"/>
              <a:gd name="csX2" fmla="*/ 239836 w 5108905"/>
              <a:gd name="csY2" fmla="*/ 6200876 h 6200876"/>
              <a:gd name="csX3" fmla="*/ 2638256 w 5108905"/>
              <a:gd name="csY3" fmla="*/ 3017606 h 6200876"/>
              <a:gd name="csX4" fmla="*/ 666895 w 5108905"/>
              <a:gd name="csY4" fmla="*/ 0 h 6200876"/>
              <a:gd name="csX5" fmla="*/ 1477276 w 5108905"/>
              <a:gd name="csY5" fmla="*/ 3860087 h 6200876"/>
              <a:gd name="csX6" fmla="*/ 5108905 w 5108905"/>
              <a:gd name="csY6" fmla="*/ 3036566 h 6200876"/>
              <a:gd name="csX0" fmla="*/ 5108905 w 5108905"/>
              <a:gd name="csY0" fmla="*/ 3036566 h 6200876"/>
              <a:gd name="csX1" fmla="*/ 1580018 w 5108905"/>
              <a:gd name="csY1" fmla="*/ 2401156 h 6200876"/>
              <a:gd name="csX2" fmla="*/ 239836 w 5108905"/>
              <a:gd name="csY2" fmla="*/ 6200876 h 6200876"/>
              <a:gd name="csX3" fmla="*/ 2638256 w 5108905"/>
              <a:gd name="csY3" fmla="*/ 3017606 h 6200876"/>
              <a:gd name="csX4" fmla="*/ 666895 w 5108905"/>
              <a:gd name="csY4" fmla="*/ 0 h 6200876"/>
              <a:gd name="csX5" fmla="*/ 1477276 w 5108905"/>
              <a:gd name="csY5" fmla="*/ 3860087 h 6200876"/>
              <a:gd name="csX6" fmla="*/ 5108905 w 5108905"/>
              <a:gd name="csY6" fmla="*/ 3036566 h 6200876"/>
              <a:gd name="csX0" fmla="*/ 5142006 w 5142006"/>
              <a:gd name="csY0" fmla="*/ 3036566 h 6200876"/>
              <a:gd name="csX1" fmla="*/ 1507241 w 5142006"/>
              <a:gd name="csY1" fmla="*/ 2218276 h 6200876"/>
              <a:gd name="csX2" fmla="*/ 272937 w 5142006"/>
              <a:gd name="csY2" fmla="*/ 6200876 h 6200876"/>
              <a:gd name="csX3" fmla="*/ 2671357 w 5142006"/>
              <a:gd name="csY3" fmla="*/ 3017606 h 6200876"/>
              <a:gd name="csX4" fmla="*/ 699996 w 5142006"/>
              <a:gd name="csY4" fmla="*/ 0 h 6200876"/>
              <a:gd name="csX5" fmla="*/ 1510377 w 5142006"/>
              <a:gd name="csY5" fmla="*/ 3860087 h 6200876"/>
              <a:gd name="csX6" fmla="*/ 5142006 w 5142006"/>
              <a:gd name="csY6" fmla="*/ 3036566 h 6200876"/>
              <a:gd name="csX0" fmla="*/ 5142006 w 5142006"/>
              <a:gd name="csY0" fmla="*/ 3036566 h 6200876"/>
              <a:gd name="csX1" fmla="*/ 1507241 w 5142006"/>
              <a:gd name="csY1" fmla="*/ 2218276 h 6200876"/>
              <a:gd name="csX2" fmla="*/ 272937 w 5142006"/>
              <a:gd name="csY2" fmla="*/ 6200876 h 6200876"/>
              <a:gd name="csX3" fmla="*/ 2671357 w 5142006"/>
              <a:gd name="csY3" fmla="*/ 3017606 h 6200876"/>
              <a:gd name="csX4" fmla="*/ 699996 w 5142006"/>
              <a:gd name="csY4" fmla="*/ 0 h 6200876"/>
              <a:gd name="csX5" fmla="*/ 1510377 w 5142006"/>
              <a:gd name="csY5" fmla="*/ 3860087 h 6200876"/>
              <a:gd name="csX6" fmla="*/ 5142006 w 5142006"/>
              <a:gd name="csY6" fmla="*/ 3036566 h 6200876"/>
              <a:gd name="csX0" fmla="*/ 5109062 w 5109062"/>
              <a:gd name="csY0" fmla="*/ 3036566 h 6200876"/>
              <a:gd name="csX1" fmla="*/ 1474297 w 5109062"/>
              <a:gd name="csY1" fmla="*/ 2218276 h 6200876"/>
              <a:gd name="csX2" fmla="*/ 239993 w 5109062"/>
              <a:gd name="csY2" fmla="*/ 6200876 h 6200876"/>
              <a:gd name="csX3" fmla="*/ 2638413 w 5109062"/>
              <a:gd name="csY3" fmla="*/ 3017606 h 6200876"/>
              <a:gd name="csX4" fmla="*/ 667052 w 5109062"/>
              <a:gd name="csY4" fmla="*/ 0 h 6200876"/>
              <a:gd name="csX5" fmla="*/ 1477433 w 5109062"/>
              <a:gd name="csY5" fmla="*/ 3860087 h 6200876"/>
              <a:gd name="csX6" fmla="*/ 5109062 w 5109062"/>
              <a:gd name="csY6" fmla="*/ 3036566 h 6200876"/>
              <a:gd name="csX0" fmla="*/ 5109062 w 5109062"/>
              <a:gd name="csY0" fmla="*/ 3036566 h 6200876"/>
              <a:gd name="csX1" fmla="*/ 1474297 w 5109062"/>
              <a:gd name="csY1" fmla="*/ 2218276 h 6200876"/>
              <a:gd name="csX2" fmla="*/ 239993 w 5109062"/>
              <a:gd name="csY2" fmla="*/ 6200876 h 6200876"/>
              <a:gd name="csX3" fmla="*/ 2638413 w 5109062"/>
              <a:gd name="csY3" fmla="*/ 3017606 h 6200876"/>
              <a:gd name="csX4" fmla="*/ 667052 w 5109062"/>
              <a:gd name="csY4" fmla="*/ 0 h 6200876"/>
              <a:gd name="csX5" fmla="*/ 1477433 w 5109062"/>
              <a:gd name="csY5" fmla="*/ 3860087 h 6200876"/>
              <a:gd name="csX6" fmla="*/ 5109062 w 5109062"/>
              <a:gd name="csY6" fmla="*/ 3036566 h 6200876"/>
              <a:gd name="csX0" fmla="*/ 5149536 w 5149536"/>
              <a:gd name="csY0" fmla="*/ 3036566 h 6200876"/>
              <a:gd name="csX1" fmla="*/ 1389643 w 5149536"/>
              <a:gd name="csY1" fmla="*/ 2179775 h 6200876"/>
              <a:gd name="csX2" fmla="*/ 280467 w 5149536"/>
              <a:gd name="csY2" fmla="*/ 6200876 h 6200876"/>
              <a:gd name="csX3" fmla="*/ 2678887 w 5149536"/>
              <a:gd name="csY3" fmla="*/ 3017606 h 6200876"/>
              <a:gd name="csX4" fmla="*/ 707526 w 5149536"/>
              <a:gd name="csY4" fmla="*/ 0 h 6200876"/>
              <a:gd name="csX5" fmla="*/ 1517907 w 5149536"/>
              <a:gd name="csY5" fmla="*/ 3860087 h 6200876"/>
              <a:gd name="csX6" fmla="*/ 5149536 w 5149536"/>
              <a:gd name="csY6" fmla="*/ 3036566 h 6200876"/>
              <a:gd name="csX0" fmla="*/ 5149536 w 5149536"/>
              <a:gd name="csY0" fmla="*/ 3036566 h 6200876"/>
              <a:gd name="csX1" fmla="*/ 1389643 w 5149536"/>
              <a:gd name="csY1" fmla="*/ 2179775 h 6200876"/>
              <a:gd name="csX2" fmla="*/ 280467 w 5149536"/>
              <a:gd name="csY2" fmla="*/ 6200876 h 6200876"/>
              <a:gd name="csX3" fmla="*/ 3112024 w 5149536"/>
              <a:gd name="csY3" fmla="*/ 2853977 h 6200876"/>
              <a:gd name="csX4" fmla="*/ 707526 w 5149536"/>
              <a:gd name="csY4" fmla="*/ 0 h 6200876"/>
              <a:gd name="csX5" fmla="*/ 1517907 w 5149536"/>
              <a:gd name="csY5" fmla="*/ 3860087 h 6200876"/>
              <a:gd name="csX6" fmla="*/ 5149536 w 5149536"/>
              <a:gd name="csY6" fmla="*/ 3036566 h 6200876"/>
              <a:gd name="csX0" fmla="*/ 5149536 w 5149536"/>
              <a:gd name="csY0" fmla="*/ 3036566 h 6200876"/>
              <a:gd name="csX1" fmla="*/ 1389643 w 5149536"/>
              <a:gd name="csY1" fmla="*/ 2179775 h 6200876"/>
              <a:gd name="csX2" fmla="*/ 280467 w 5149536"/>
              <a:gd name="csY2" fmla="*/ 6200876 h 6200876"/>
              <a:gd name="csX3" fmla="*/ 3112024 w 5149536"/>
              <a:gd name="csY3" fmla="*/ 2853977 h 6200876"/>
              <a:gd name="csX4" fmla="*/ 707526 w 5149536"/>
              <a:gd name="csY4" fmla="*/ 0 h 6200876"/>
              <a:gd name="csX5" fmla="*/ 1306151 w 5149536"/>
              <a:gd name="csY5" fmla="*/ 4014091 h 6200876"/>
              <a:gd name="csX6" fmla="*/ 5149536 w 5149536"/>
              <a:gd name="csY6" fmla="*/ 3036566 h 6200876"/>
              <a:gd name="csX0" fmla="*/ 5182937 w 5182937"/>
              <a:gd name="csY0" fmla="*/ 3036566 h 6200876"/>
              <a:gd name="csX1" fmla="*/ 1423044 w 5182937"/>
              <a:gd name="csY1" fmla="*/ 2179775 h 6200876"/>
              <a:gd name="csX2" fmla="*/ 313868 w 5182937"/>
              <a:gd name="csY2" fmla="*/ 6200876 h 6200876"/>
              <a:gd name="csX3" fmla="*/ 3145425 w 5182937"/>
              <a:gd name="csY3" fmla="*/ 2853977 h 6200876"/>
              <a:gd name="csX4" fmla="*/ 740927 w 5182937"/>
              <a:gd name="csY4" fmla="*/ 0 h 6200876"/>
              <a:gd name="csX5" fmla="*/ 1339552 w 5182937"/>
              <a:gd name="csY5" fmla="*/ 4014091 h 6200876"/>
              <a:gd name="csX6" fmla="*/ 5182937 w 5182937"/>
              <a:gd name="csY6" fmla="*/ 3036566 h 6200876"/>
              <a:gd name="csX0" fmla="*/ 5182937 w 5182937"/>
              <a:gd name="csY0" fmla="*/ 3036566 h 6200876"/>
              <a:gd name="csX1" fmla="*/ 1423044 w 5182937"/>
              <a:gd name="csY1" fmla="*/ 2179775 h 6200876"/>
              <a:gd name="csX2" fmla="*/ 313868 w 5182937"/>
              <a:gd name="csY2" fmla="*/ 6200876 h 6200876"/>
              <a:gd name="csX3" fmla="*/ 3145425 w 5182937"/>
              <a:gd name="csY3" fmla="*/ 2853977 h 6200876"/>
              <a:gd name="csX4" fmla="*/ 740927 w 5182937"/>
              <a:gd name="csY4" fmla="*/ 0 h 6200876"/>
              <a:gd name="csX5" fmla="*/ 1339552 w 5182937"/>
              <a:gd name="csY5" fmla="*/ 4014091 h 6200876"/>
              <a:gd name="csX6" fmla="*/ 5182937 w 5182937"/>
              <a:gd name="csY6" fmla="*/ 3036566 h 6200876"/>
              <a:gd name="csX0" fmla="*/ 5182937 w 5182937"/>
              <a:gd name="csY0" fmla="*/ 3036566 h 6200876"/>
              <a:gd name="csX1" fmla="*/ 1423044 w 5182937"/>
              <a:gd name="csY1" fmla="*/ 2179775 h 6200876"/>
              <a:gd name="csX2" fmla="*/ 313868 w 5182937"/>
              <a:gd name="csY2" fmla="*/ 6200876 h 6200876"/>
              <a:gd name="csX3" fmla="*/ 3145425 w 5182937"/>
              <a:gd name="csY3" fmla="*/ 2853977 h 6200876"/>
              <a:gd name="csX4" fmla="*/ 740927 w 5182937"/>
              <a:gd name="csY4" fmla="*/ 0 h 6200876"/>
              <a:gd name="csX5" fmla="*/ 1339552 w 5182937"/>
              <a:gd name="csY5" fmla="*/ 4014091 h 6200876"/>
              <a:gd name="csX6" fmla="*/ 5182937 w 5182937"/>
              <a:gd name="csY6" fmla="*/ 3036566 h 6200876"/>
              <a:gd name="csX0" fmla="*/ 5182937 w 5182937"/>
              <a:gd name="csY0" fmla="*/ 3036566 h 6200876"/>
              <a:gd name="csX1" fmla="*/ 1423044 w 5182937"/>
              <a:gd name="csY1" fmla="*/ 2179775 h 6200876"/>
              <a:gd name="csX2" fmla="*/ 313868 w 5182937"/>
              <a:gd name="csY2" fmla="*/ 6200876 h 6200876"/>
              <a:gd name="csX3" fmla="*/ 3145425 w 5182937"/>
              <a:gd name="csY3" fmla="*/ 2853977 h 6200876"/>
              <a:gd name="csX4" fmla="*/ 740927 w 5182937"/>
              <a:gd name="csY4" fmla="*/ 0 h 6200876"/>
              <a:gd name="csX5" fmla="*/ 1339552 w 5182937"/>
              <a:gd name="csY5" fmla="*/ 4014091 h 6200876"/>
              <a:gd name="csX6" fmla="*/ 5182937 w 5182937"/>
              <a:gd name="csY6" fmla="*/ 3036566 h 6200876"/>
              <a:gd name="csX0" fmla="*/ 5182937 w 5182937"/>
              <a:gd name="csY0" fmla="*/ 3036566 h 6200876"/>
              <a:gd name="csX1" fmla="*/ 1423044 w 5182937"/>
              <a:gd name="csY1" fmla="*/ 2179775 h 6200876"/>
              <a:gd name="csX2" fmla="*/ 313868 w 5182937"/>
              <a:gd name="csY2" fmla="*/ 6200876 h 6200876"/>
              <a:gd name="csX3" fmla="*/ 3145425 w 5182937"/>
              <a:gd name="csY3" fmla="*/ 2853977 h 6200876"/>
              <a:gd name="csX4" fmla="*/ 740927 w 5182937"/>
              <a:gd name="csY4" fmla="*/ 0 h 6200876"/>
              <a:gd name="csX5" fmla="*/ 1339552 w 5182937"/>
              <a:gd name="csY5" fmla="*/ 4014091 h 6200876"/>
              <a:gd name="csX6" fmla="*/ 5182937 w 5182937"/>
              <a:gd name="csY6" fmla="*/ 3036566 h 6200876"/>
              <a:gd name="csX0" fmla="*/ 5182937 w 5182937"/>
              <a:gd name="csY0" fmla="*/ 3036566 h 6200876"/>
              <a:gd name="csX1" fmla="*/ 1423044 w 5182937"/>
              <a:gd name="csY1" fmla="*/ 2179775 h 6200876"/>
              <a:gd name="csX2" fmla="*/ 313868 w 5182937"/>
              <a:gd name="csY2" fmla="*/ 6200876 h 6200876"/>
              <a:gd name="csX3" fmla="*/ 3145425 w 5182937"/>
              <a:gd name="csY3" fmla="*/ 2853977 h 6200876"/>
              <a:gd name="csX4" fmla="*/ 740927 w 5182937"/>
              <a:gd name="csY4" fmla="*/ 0 h 6200876"/>
              <a:gd name="csX5" fmla="*/ 1339552 w 5182937"/>
              <a:gd name="csY5" fmla="*/ 4014091 h 6200876"/>
              <a:gd name="csX6" fmla="*/ 5182937 w 5182937"/>
              <a:gd name="csY6" fmla="*/ 3036566 h 6200876"/>
              <a:gd name="csX0" fmla="*/ 5182937 w 5182937"/>
              <a:gd name="csY0" fmla="*/ 3036566 h 6200876"/>
              <a:gd name="csX1" fmla="*/ 1423044 w 5182937"/>
              <a:gd name="csY1" fmla="*/ 2179775 h 6200876"/>
              <a:gd name="csX2" fmla="*/ 313868 w 5182937"/>
              <a:gd name="csY2" fmla="*/ 6200876 h 6200876"/>
              <a:gd name="csX3" fmla="*/ 3299429 w 5182937"/>
              <a:gd name="csY3" fmla="*/ 3094609 h 6200876"/>
              <a:gd name="csX4" fmla="*/ 740927 w 5182937"/>
              <a:gd name="csY4" fmla="*/ 0 h 6200876"/>
              <a:gd name="csX5" fmla="*/ 1339552 w 5182937"/>
              <a:gd name="csY5" fmla="*/ 4014091 h 6200876"/>
              <a:gd name="csX6" fmla="*/ 5182937 w 5182937"/>
              <a:gd name="csY6" fmla="*/ 3036566 h 6200876"/>
              <a:gd name="csX0" fmla="*/ 5182937 w 5182937"/>
              <a:gd name="csY0" fmla="*/ 3036566 h 6200876"/>
              <a:gd name="csX1" fmla="*/ 1423044 w 5182937"/>
              <a:gd name="csY1" fmla="*/ 2179775 h 6200876"/>
              <a:gd name="csX2" fmla="*/ 313868 w 5182937"/>
              <a:gd name="csY2" fmla="*/ 6200876 h 6200876"/>
              <a:gd name="csX3" fmla="*/ 3299429 w 5182937"/>
              <a:gd name="csY3" fmla="*/ 3094609 h 6200876"/>
              <a:gd name="csX4" fmla="*/ 740927 w 5182937"/>
              <a:gd name="csY4" fmla="*/ 0 h 6200876"/>
              <a:gd name="csX5" fmla="*/ 1474305 w 5182937"/>
              <a:gd name="csY5" fmla="*/ 4245098 h 6200876"/>
              <a:gd name="csX6" fmla="*/ 5182937 w 5182937"/>
              <a:gd name="csY6" fmla="*/ 3036566 h 6200876"/>
              <a:gd name="csX0" fmla="*/ 5182937 w 5182937"/>
              <a:gd name="csY0" fmla="*/ 3036566 h 6200876"/>
              <a:gd name="csX1" fmla="*/ 1423044 w 5182937"/>
              <a:gd name="csY1" fmla="*/ 2179775 h 6200876"/>
              <a:gd name="csX2" fmla="*/ 313868 w 5182937"/>
              <a:gd name="csY2" fmla="*/ 6200876 h 6200876"/>
              <a:gd name="csX3" fmla="*/ 3212802 w 5182937"/>
              <a:gd name="csY3" fmla="*/ 3123485 h 6200876"/>
              <a:gd name="csX4" fmla="*/ 740927 w 5182937"/>
              <a:gd name="csY4" fmla="*/ 0 h 6200876"/>
              <a:gd name="csX5" fmla="*/ 1474305 w 5182937"/>
              <a:gd name="csY5" fmla="*/ 4245098 h 6200876"/>
              <a:gd name="csX6" fmla="*/ 5182937 w 5182937"/>
              <a:gd name="csY6" fmla="*/ 3036566 h 6200876"/>
              <a:gd name="csX0" fmla="*/ 5182937 w 5182937"/>
              <a:gd name="csY0" fmla="*/ 3036566 h 6200876"/>
              <a:gd name="csX1" fmla="*/ 1423044 w 5182937"/>
              <a:gd name="csY1" fmla="*/ 2179775 h 6200876"/>
              <a:gd name="csX2" fmla="*/ 313868 w 5182937"/>
              <a:gd name="csY2" fmla="*/ 6200876 h 6200876"/>
              <a:gd name="csX3" fmla="*/ 3212802 w 5182937"/>
              <a:gd name="csY3" fmla="*/ 3123485 h 6200876"/>
              <a:gd name="csX4" fmla="*/ 740927 w 5182937"/>
              <a:gd name="csY4" fmla="*/ 0 h 6200876"/>
              <a:gd name="csX5" fmla="*/ 1387678 w 5182937"/>
              <a:gd name="csY5" fmla="*/ 4283599 h 6200876"/>
              <a:gd name="csX6" fmla="*/ 5182937 w 5182937"/>
              <a:gd name="csY6" fmla="*/ 3036566 h 6200876"/>
              <a:gd name="csX0" fmla="*/ 5232325 w 5232325"/>
              <a:gd name="csY0" fmla="*/ 3036566 h 6200876"/>
              <a:gd name="csX1" fmla="*/ 1337678 w 5232325"/>
              <a:gd name="csY1" fmla="*/ 2006520 h 6200876"/>
              <a:gd name="csX2" fmla="*/ 363256 w 5232325"/>
              <a:gd name="csY2" fmla="*/ 6200876 h 6200876"/>
              <a:gd name="csX3" fmla="*/ 3262190 w 5232325"/>
              <a:gd name="csY3" fmla="*/ 3123485 h 6200876"/>
              <a:gd name="csX4" fmla="*/ 790315 w 5232325"/>
              <a:gd name="csY4" fmla="*/ 0 h 6200876"/>
              <a:gd name="csX5" fmla="*/ 1437066 w 5232325"/>
              <a:gd name="csY5" fmla="*/ 4283599 h 6200876"/>
              <a:gd name="csX6" fmla="*/ 5232325 w 5232325"/>
              <a:gd name="csY6" fmla="*/ 3036566 h 6200876"/>
              <a:gd name="csX0" fmla="*/ 5280053 w 5280053"/>
              <a:gd name="csY0" fmla="*/ 3036566 h 6200876"/>
              <a:gd name="csX1" fmla="*/ 1269903 w 5280053"/>
              <a:gd name="csY1" fmla="*/ 2054646 h 6200876"/>
              <a:gd name="csX2" fmla="*/ 410984 w 5280053"/>
              <a:gd name="csY2" fmla="*/ 6200876 h 6200876"/>
              <a:gd name="csX3" fmla="*/ 3309918 w 5280053"/>
              <a:gd name="csY3" fmla="*/ 3123485 h 6200876"/>
              <a:gd name="csX4" fmla="*/ 838043 w 5280053"/>
              <a:gd name="csY4" fmla="*/ 0 h 6200876"/>
              <a:gd name="csX5" fmla="*/ 1484794 w 5280053"/>
              <a:gd name="csY5" fmla="*/ 4283599 h 6200876"/>
              <a:gd name="csX6" fmla="*/ 5280053 w 5280053"/>
              <a:gd name="csY6" fmla="*/ 3036566 h 6200876"/>
              <a:gd name="csX0" fmla="*/ 5280053 w 5280053"/>
              <a:gd name="csY0" fmla="*/ 3036566 h 6200876"/>
              <a:gd name="csX1" fmla="*/ 1269903 w 5280053"/>
              <a:gd name="csY1" fmla="*/ 2054646 h 6200876"/>
              <a:gd name="csX2" fmla="*/ 410984 w 5280053"/>
              <a:gd name="csY2" fmla="*/ 6200876 h 6200876"/>
              <a:gd name="csX3" fmla="*/ 3281042 w 5280053"/>
              <a:gd name="csY3" fmla="*/ 3306365 h 6200876"/>
              <a:gd name="csX4" fmla="*/ 838043 w 5280053"/>
              <a:gd name="csY4" fmla="*/ 0 h 6200876"/>
              <a:gd name="csX5" fmla="*/ 1484794 w 5280053"/>
              <a:gd name="csY5" fmla="*/ 4283599 h 6200876"/>
              <a:gd name="csX6" fmla="*/ 5280053 w 5280053"/>
              <a:gd name="csY6" fmla="*/ 3036566 h 6200876"/>
              <a:gd name="csX0" fmla="*/ 5280053 w 5280053"/>
              <a:gd name="csY0" fmla="*/ 3036566 h 6200876"/>
              <a:gd name="csX1" fmla="*/ 1269903 w 5280053"/>
              <a:gd name="csY1" fmla="*/ 2054646 h 6200876"/>
              <a:gd name="csX2" fmla="*/ 410984 w 5280053"/>
              <a:gd name="csY2" fmla="*/ 6200876 h 6200876"/>
              <a:gd name="csX3" fmla="*/ 3281042 w 5280053"/>
              <a:gd name="csY3" fmla="*/ 3306365 h 6200876"/>
              <a:gd name="csX4" fmla="*/ 838043 w 5280053"/>
              <a:gd name="csY4" fmla="*/ 0 h 6200876"/>
              <a:gd name="csX5" fmla="*/ 1417417 w 5280053"/>
              <a:gd name="csY5" fmla="*/ 4341351 h 6200876"/>
              <a:gd name="csX6" fmla="*/ 5280053 w 5280053"/>
              <a:gd name="csY6" fmla="*/ 3036566 h 6200876"/>
              <a:gd name="csX0" fmla="*/ 5301386 w 5301386"/>
              <a:gd name="csY0" fmla="*/ 3036566 h 6200876"/>
              <a:gd name="csX1" fmla="*/ 1243110 w 5301386"/>
              <a:gd name="csY1" fmla="*/ 2025771 h 6200876"/>
              <a:gd name="csX2" fmla="*/ 432317 w 5301386"/>
              <a:gd name="csY2" fmla="*/ 6200876 h 6200876"/>
              <a:gd name="csX3" fmla="*/ 3302375 w 5301386"/>
              <a:gd name="csY3" fmla="*/ 3306365 h 6200876"/>
              <a:gd name="csX4" fmla="*/ 859376 w 5301386"/>
              <a:gd name="csY4" fmla="*/ 0 h 6200876"/>
              <a:gd name="csX5" fmla="*/ 1438750 w 5301386"/>
              <a:gd name="csY5" fmla="*/ 4341351 h 6200876"/>
              <a:gd name="csX6" fmla="*/ 5301386 w 5301386"/>
              <a:gd name="csY6" fmla="*/ 3036566 h 62008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301386" h="6200876">
                <a:moveTo>
                  <a:pt x="5301386" y="3036566"/>
                </a:moveTo>
                <a:cubicBezTo>
                  <a:pt x="3920821" y="1282631"/>
                  <a:pt x="2412453" y="1387872"/>
                  <a:pt x="1243110" y="2025771"/>
                </a:cubicBezTo>
                <a:cubicBezTo>
                  <a:pt x="-542517" y="3076457"/>
                  <a:pt x="-7230" y="4867804"/>
                  <a:pt x="432317" y="6200876"/>
                </a:cubicBezTo>
                <a:cubicBezTo>
                  <a:pt x="2386429" y="5837248"/>
                  <a:pt x="3320640" y="5005454"/>
                  <a:pt x="3302375" y="3306365"/>
                </a:cubicBezTo>
                <a:cubicBezTo>
                  <a:pt x="3236687" y="1187129"/>
                  <a:pt x="2197871" y="419353"/>
                  <a:pt x="859376" y="0"/>
                </a:cubicBezTo>
                <a:cubicBezTo>
                  <a:pt x="131314" y="1282462"/>
                  <a:pt x="-354696" y="3434897"/>
                  <a:pt x="1438750" y="4341351"/>
                </a:cubicBezTo>
                <a:cubicBezTo>
                  <a:pt x="3616811" y="5092240"/>
                  <a:pt x="4295870" y="4351587"/>
                  <a:pt x="5301386" y="3036566"/>
                </a:cubicBezTo>
                <a:close/>
              </a:path>
            </a:pathLst>
          </a:custGeom>
          <a:solidFill>
            <a:srgbClr val="5874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0B5C73-E16A-9D1B-66B1-A6EFC35B4428}"/>
              </a:ext>
            </a:extLst>
          </p:cNvPr>
          <p:cNvSpPr txBox="1"/>
          <p:nvPr/>
        </p:nvSpPr>
        <p:spPr>
          <a:xfrm rot="1529014">
            <a:off x="6660582" y="601230"/>
            <a:ext cx="14791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Biology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CF1FCC-E18B-991A-0F32-18685C8334EF}"/>
              </a:ext>
            </a:extLst>
          </p:cNvPr>
          <p:cNvSpPr txBox="1"/>
          <p:nvPr/>
        </p:nvSpPr>
        <p:spPr>
          <a:xfrm rot="21084354">
            <a:off x="6954216" y="4749434"/>
            <a:ext cx="183454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Math &amp;</a:t>
            </a:r>
          </a:p>
          <a:p>
            <a:pPr algn="ctr"/>
            <a:r>
              <a:rPr lang="en-US" sz="3200" dirty="0">
                <a:solidFill>
                  <a:schemeClr val="bg1"/>
                </a:solidFill>
              </a:rPr>
              <a:t>Statistics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085ACA-FE6C-0A7F-39A0-5AF4D1A73CA9}"/>
              </a:ext>
            </a:extLst>
          </p:cNvPr>
          <p:cNvSpPr txBox="1"/>
          <p:nvPr/>
        </p:nvSpPr>
        <p:spPr>
          <a:xfrm rot="19074848">
            <a:off x="2763200" y="1744809"/>
            <a:ext cx="198926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Computer</a:t>
            </a:r>
          </a:p>
          <a:p>
            <a:r>
              <a:rPr lang="en-US" sz="3200" dirty="0">
                <a:solidFill>
                  <a:schemeClr val="bg1"/>
                </a:solidFill>
              </a:rPr>
              <a:t>Science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93405C-01C6-910F-157B-7B6F640AB56B}"/>
              </a:ext>
            </a:extLst>
          </p:cNvPr>
          <p:cNvSpPr txBox="1"/>
          <p:nvPr/>
        </p:nvSpPr>
        <p:spPr>
          <a:xfrm>
            <a:off x="4687599" y="2672521"/>
            <a:ext cx="27711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Bioinformatics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224A1B-79ED-DFE3-D5A8-5746DF81F89C}"/>
              </a:ext>
            </a:extLst>
          </p:cNvPr>
          <p:cNvSpPr txBox="1"/>
          <p:nvPr/>
        </p:nvSpPr>
        <p:spPr>
          <a:xfrm>
            <a:off x="7589876" y="1372886"/>
            <a:ext cx="11512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solidFill>
                  <a:schemeClr val="bg1"/>
                </a:solidFill>
              </a:rPr>
              <a:t>BMS 501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0B30CC-4F07-293F-EF1D-4EE5B872B361}"/>
              </a:ext>
            </a:extLst>
          </p:cNvPr>
          <p:cNvSpPr txBox="1"/>
          <p:nvPr/>
        </p:nvSpPr>
        <p:spPr>
          <a:xfrm>
            <a:off x="2862334" y="3514728"/>
            <a:ext cx="11624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solidFill>
                  <a:schemeClr val="bg1"/>
                </a:solidFill>
              </a:rPr>
              <a:t>CSIT 512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89D09B-AE0B-6C6F-1644-B591E9D2EC77}"/>
              </a:ext>
            </a:extLst>
          </p:cNvPr>
          <p:cNvSpPr txBox="1"/>
          <p:nvPr/>
        </p:nvSpPr>
        <p:spPr>
          <a:xfrm>
            <a:off x="4874389" y="1146018"/>
            <a:ext cx="1172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BIFX 550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DFCB3A-EAAB-78B6-B2F9-C8E04F0BBDF8}"/>
              </a:ext>
            </a:extLst>
          </p:cNvPr>
          <p:cNvSpPr txBox="1"/>
          <p:nvPr/>
        </p:nvSpPr>
        <p:spPr>
          <a:xfrm>
            <a:off x="7687292" y="2795065"/>
            <a:ext cx="11721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BIFX 504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BMS 552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813747-D20D-621D-E34F-E1FB4E04FCE8}"/>
              </a:ext>
            </a:extLst>
          </p:cNvPr>
          <p:cNvSpPr txBox="1"/>
          <p:nvPr/>
        </p:nvSpPr>
        <p:spPr>
          <a:xfrm>
            <a:off x="6095999" y="5996176"/>
            <a:ext cx="12538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GBIO 505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CDE099-3789-C9E7-6C2D-C72E0854970E}"/>
              </a:ext>
            </a:extLst>
          </p:cNvPr>
          <p:cNvSpPr txBox="1"/>
          <p:nvPr/>
        </p:nvSpPr>
        <p:spPr>
          <a:xfrm>
            <a:off x="4629000" y="4972600"/>
            <a:ext cx="1172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BIFX 546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0EC8F3-53E7-1FC7-3C20-1C1AF6FB6D4F}"/>
              </a:ext>
            </a:extLst>
          </p:cNvPr>
          <p:cNvSpPr txBox="1"/>
          <p:nvPr/>
        </p:nvSpPr>
        <p:spPr>
          <a:xfrm>
            <a:off x="5008968" y="3220278"/>
            <a:ext cx="11721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BIFX 545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BIFX 552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BIFX 553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BE089B-5FD0-D6FC-A877-87977E437C90}"/>
              </a:ext>
            </a:extLst>
          </p:cNvPr>
          <p:cNvSpPr txBox="1"/>
          <p:nvPr/>
        </p:nvSpPr>
        <p:spPr>
          <a:xfrm>
            <a:off x="2959317" y="4026024"/>
            <a:ext cx="11608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</a:rPr>
              <a:t>CSIT </a:t>
            </a:r>
            <a:r>
              <a:rPr lang="en-US" sz="2000" dirty="0">
                <a:solidFill>
                  <a:schemeClr val="bg1"/>
                </a:solidFill>
              </a:rPr>
              <a:t>530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CS 570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C20903-F334-2285-0181-C68CB4CE8A82}"/>
              </a:ext>
            </a:extLst>
          </p:cNvPr>
          <p:cNvSpPr txBox="1"/>
          <p:nvPr/>
        </p:nvSpPr>
        <p:spPr>
          <a:xfrm>
            <a:off x="6207889" y="3211243"/>
            <a:ext cx="11448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BIFX 547</a:t>
            </a:r>
          </a:p>
          <a:p>
            <a:r>
              <a:rPr lang="en-US" sz="2000" dirty="0">
                <a:solidFill>
                  <a:schemeClr val="bg1"/>
                </a:solidFill>
              </a:rPr>
              <a:t>BIFX 572</a:t>
            </a:r>
          </a:p>
          <a:p>
            <a:r>
              <a:rPr lang="en-US" sz="2000" dirty="0">
                <a:solidFill>
                  <a:schemeClr val="bg1"/>
                </a:solidFill>
              </a:rPr>
              <a:t>BIFX 579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3BA226-B0F5-B38F-268A-94E446042334}"/>
              </a:ext>
            </a:extLst>
          </p:cNvPr>
          <p:cNvSpPr txBox="1"/>
          <p:nvPr/>
        </p:nvSpPr>
        <p:spPr>
          <a:xfrm>
            <a:off x="7926904" y="1691870"/>
            <a:ext cx="1061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BMS 530</a:t>
            </a:r>
          </a:p>
        </p:txBody>
      </p:sp>
    </p:spTree>
    <p:extLst>
      <p:ext uri="{BB962C8B-B14F-4D97-AF65-F5344CB8AC3E}">
        <p14:creationId xmlns:p14="http://schemas.microsoft.com/office/powerpoint/2010/main" val="2935244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C4D6A-7437-DA7C-1E72-A189540C1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189357E-AF4F-0616-5188-85CB36F0CAAA}"/>
              </a:ext>
            </a:extLst>
          </p:cNvPr>
          <p:cNvSpPr/>
          <p:nvPr/>
        </p:nvSpPr>
        <p:spPr>
          <a:xfrm>
            <a:off x="3414424" y="557345"/>
            <a:ext cx="5766331" cy="5743310"/>
          </a:xfrm>
          <a:prstGeom prst="ellipse">
            <a:avLst/>
          </a:prstGeom>
          <a:solidFill>
            <a:srgbClr val="09224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D60F3A4-8094-55AA-1CF4-92136B868D35}"/>
              </a:ext>
            </a:extLst>
          </p:cNvPr>
          <p:cNvSpPr/>
          <p:nvPr/>
        </p:nvSpPr>
        <p:spPr>
          <a:xfrm>
            <a:off x="4648713" y="703968"/>
            <a:ext cx="4529096" cy="5297551"/>
          </a:xfrm>
          <a:custGeom>
            <a:avLst/>
            <a:gdLst>
              <a:gd name="csX0" fmla="*/ 4828854 w 4828854"/>
              <a:gd name="csY0" fmla="*/ 3000054 h 6133672"/>
              <a:gd name="csX1" fmla="*/ 1325366 w 4828854"/>
              <a:gd name="csY1" fmla="*/ 2363056 h 6133672"/>
              <a:gd name="csX2" fmla="*/ 0 w 4828854"/>
              <a:gd name="csY2" fmla="*/ 6133672 h 6133672"/>
              <a:gd name="csX3" fmla="*/ 2383604 w 4828854"/>
              <a:gd name="csY3" fmla="*/ 2979506 h 6133672"/>
              <a:gd name="csX4" fmla="*/ 421240 w 4828854"/>
              <a:gd name="csY4" fmla="*/ 0 h 6133672"/>
              <a:gd name="csX5" fmla="*/ 1222624 w 4828854"/>
              <a:gd name="csY5" fmla="*/ 3821987 h 6133672"/>
              <a:gd name="csX6" fmla="*/ 4828854 w 4828854"/>
              <a:gd name="csY6" fmla="*/ 3000054 h 6133672"/>
              <a:gd name="csX0" fmla="*/ 4828854 w 4828854"/>
              <a:gd name="csY0" fmla="*/ 3000054 h 6133672"/>
              <a:gd name="csX1" fmla="*/ 1325366 w 4828854"/>
              <a:gd name="csY1" fmla="*/ 2363056 h 6133672"/>
              <a:gd name="csX2" fmla="*/ 0 w 4828854"/>
              <a:gd name="csY2" fmla="*/ 6133672 h 6133672"/>
              <a:gd name="csX3" fmla="*/ 2383604 w 4828854"/>
              <a:gd name="csY3" fmla="*/ 2979506 h 6133672"/>
              <a:gd name="csX4" fmla="*/ 421240 w 4828854"/>
              <a:gd name="csY4" fmla="*/ 0 h 6133672"/>
              <a:gd name="csX5" fmla="*/ 1222624 w 4828854"/>
              <a:gd name="csY5" fmla="*/ 3821987 h 6133672"/>
              <a:gd name="csX6" fmla="*/ 4828854 w 4828854"/>
              <a:gd name="csY6" fmla="*/ 3000054 h 6133672"/>
              <a:gd name="csX0" fmla="*/ 4828854 w 4828854"/>
              <a:gd name="csY0" fmla="*/ 3000054 h 6133672"/>
              <a:gd name="csX1" fmla="*/ 1325366 w 4828854"/>
              <a:gd name="csY1" fmla="*/ 2363056 h 6133672"/>
              <a:gd name="csX2" fmla="*/ 0 w 4828854"/>
              <a:gd name="csY2" fmla="*/ 6133672 h 6133672"/>
              <a:gd name="csX3" fmla="*/ 2383604 w 4828854"/>
              <a:gd name="csY3" fmla="*/ 2979506 h 6133672"/>
              <a:gd name="csX4" fmla="*/ 421240 w 4828854"/>
              <a:gd name="csY4" fmla="*/ 0 h 6133672"/>
              <a:gd name="csX5" fmla="*/ 1222624 w 4828854"/>
              <a:gd name="csY5" fmla="*/ 3821987 h 6133672"/>
              <a:gd name="csX6" fmla="*/ 4828854 w 4828854"/>
              <a:gd name="csY6" fmla="*/ 3000054 h 6133672"/>
              <a:gd name="csX0" fmla="*/ 4828854 w 4828854"/>
              <a:gd name="csY0" fmla="*/ 3000054 h 6133672"/>
              <a:gd name="csX1" fmla="*/ 1325366 w 4828854"/>
              <a:gd name="csY1" fmla="*/ 2363056 h 6133672"/>
              <a:gd name="csX2" fmla="*/ 0 w 4828854"/>
              <a:gd name="csY2" fmla="*/ 6133672 h 6133672"/>
              <a:gd name="csX3" fmla="*/ 2383604 w 4828854"/>
              <a:gd name="csY3" fmla="*/ 2979506 h 6133672"/>
              <a:gd name="csX4" fmla="*/ 421240 w 4828854"/>
              <a:gd name="csY4" fmla="*/ 0 h 6133672"/>
              <a:gd name="csX5" fmla="*/ 1222624 w 4828854"/>
              <a:gd name="csY5" fmla="*/ 3821987 h 6133672"/>
              <a:gd name="csX6" fmla="*/ 4828854 w 4828854"/>
              <a:gd name="csY6" fmla="*/ 3000054 h 6133672"/>
              <a:gd name="csX0" fmla="*/ 4828854 w 4828854"/>
              <a:gd name="csY0" fmla="*/ 3000054 h 6133672"/>
              <a:gd name="csX1" fmla="*/ 1325366 w 4828854"/>
              <a:gd name="csY1" fmla="*/ 2363056 h 6133672"/>
              <a:gd name="csX2" fmla="*/ 0 w 4828854"/>
              <a:gd name="csY2" fmla="*/ 6133672 h 6133672"/>
              <a:gd name="csX3" fmla="*/ 2383604 w 4828854"/>
              <a:gd name="csY3" fmla="*/ 2979506 h 6133672"/>
              <a:gd name="csX4" fmla="*/ 421240 w 4828854"/>
              <a:gd name="csY4" fmla="*/ 0 h 6133672"/>
              <a:gd name="csX5" fmla="*/ 1222624 w 4828854"/>
              <a:gd name="csY5" fmla="*/ 3821987 h 6133672"/>
              <a:gd name="csX6" fmla="*/ 4828854 w 4828854"/>
              <a:gd name="csY6" fmla="*/ 3000054 h 6133672"/>
              <a:gd name="csX0" fmla="*/ 4987253 w 4987253"/>
              <a:gd name="csY0" fmla="*/ 3000054 h 6133672"/>
              <a:gd name="csX1" fmla="*/ 1483765 w 4987253"/>
              <a:gd name="csY1" fmla="*/ 2363056 h 6133672"/>
              <a:gd name="csX2" fmla="*/ 158399 w 4987253"/>
              <a:gd name="csY2" fmla="*/ 6133672 h 6133672"/>
              <a:gd name="csX3" fmla="*/ 2542003 w 4987253"/>
              <a:gd name="csY3" fmla="*/ 2979506 h 6133672"/>
              <a:gd name="csX4" fmla="*/ 579639 w 4987253"/>
              <a:gd name="csY4" fmla="*/ 0 h 6133672"/>
              <a:gd name="csX5" fmla="*/ 1381023 w 4987253"/>
              <a:gd name="csY5" fmla="*/ 3821987 h 6133672"/>
              <a:gd name="csX6" fmla="*/ 4987253 w 4987253"/>
              <a:gd name="csY6" fmla="*/ 3000054 h 6133672"/>
              <a:gd name="csX0" fmla="*/ 4987253 w 4987253"/>
              <a:gd name="csY0" fmla="*/ 3000054 h 6133672"/>
              <a:gd name="csX1" fmla="*/ 1483765 w 4987253"/>
              <a:gd name="csY1" fmla="*/ 2363056 h 6133672"/>
              <a:gd name="csX2" fmla="*/ 158399 w 4987253"/>
              <a:gd name="csY2" fmla="*/ 6133672 h 6133672"/>
              <a:gd name="csX3" fmla="*/ 2542003 w 4987253"/>
              <a:gd name="csY3" fmla="*/ 2979506 h 6133672"/>
              <a:gd name="csX4" fmla="*/ 579639 w 4987253"/>
              <a:gd name="csY4" fmla="*/ 0 h 6133672"/>
              <a:gd name="csX5" fmla="*/ 1381023 w 4987253"/>
              <a:gd name="csY5" fmla="*/ 3821987 h 6133672"/>
              <a:gd name="csX6" fmla="*/ 4987253 w 4987253"/>
              <a:gd name="csY6" fmla="*/ 3000054 h 6133672"/>
              <a:gd name="csX0" fmla="*/ 4994147 w 4994147"/>
              <a:gd name="csY0" fmla="*/ 3000054 h 6154838"/>
              <a:gd name="csX1" fmla="*/ 1490659 w 4994147"/>
              <a:gd name="csY1" fmla="*/ 2363056 h 6154838"/>
              <a:gd name="csX2" fmla="*/ 156827 w 4994147"/>
              <a:gd name="csY2" fmla="*/ 6154838 h 6154838"/>
              <a:gd name="csX3" fmla="*/ 2548897 w 4994147"/>
              <a:gd name="csY3" fmla="*/ 2979506 h 6154838"/>
              <a:gd name="csX4" fmla="*/ 586533 w 4994147"/>
              <a:gd name="csY4" fmla="*/ 0 h 6154838"/>
              <a:gd name="csX5" fmla="*/ 1387917 w 4994147"/>
              <a:gd name="csY5" fmla="*/ 3821987 h 6154838"/>
              <a:gd name="csX6" fmla="*/ 4994147 w 4994147"/>
              <a:gd name="csY6" fmla="*/ 3000054 h 6154838"/>
              <a:gd name="csX0" fmla="*/ 4994147 w 4994147"/>
              <a:gd name="csY0" fmla="*/ 3000054 h 6154838"/>
              <a:gd name="csX1" fmla="*/ 1490659 w 4994147"/>
              <a:gd name="csY1" fmla="*/ 2363056 h 6154838"/>
              <a:gd name="csX2" fmla="*/ 156827 w 4994147"/>
              <a:gd name="csY2" fmla="*/ 6154838 h 6154838"/>
              <a:gd name="csX3" fmla="*/ 2548897 w 4994147"/>
              <a:gd name="csY3" fmla="*/ 2979506 h 6154838"/>
              <a:gd name="csX4" fmla="*/ 586533 w 4994147"/>
              <a:gd name="csY4" fmla="*/ 0 h 6154838"/>
              <a:gd name="csX5" fmla="*/ 1387917 w 4994147"/>
              <a:gd name="csY5" fmla="*/ 3821987 h 6154838"/>
              <a:gd name="csX6" fmla="*/ 4994147 w 4994147"/>
              <a:gd name="csY6" fmla="*/ 3000054 h 6154838"/>
              <a:gd name="csX0" fmla="*/ 5079023 w 5079023"/>
              <a:gd name="csY0" fmla="*/ 3000054 h 6154838"/>
              <a:gd name="csX1" fmla="*/ 1575535 w 5079023"/>
              <a:gd name="csY1" fmla="*/ 2363056 h 6154838"/>
              <a:gd name="csX2" fmla="*/ 241703 w 5079023"/>
              <a:gd name="csY2" fmla="*/ 6154838 h 6154838"/>
              <a:gd name="csX3" fmla="*/ 2633773 w 5079023"/>
              <a:gd name="csY3" fmla="*/ 2979506 h 6154838"/>
              <a:gd name="csX4" fmla="*/ 671409 w 5079023"/>
              <a:gd name="csY4" fmla="*/ 0 h 6154838"/>
              <a:gd name="csX5" fmla="*/ 1472793 w 5079023"/>
              <a:gd name="csY5" fmla="*/ 3821987 h 6154838"/>
              <a:gd name="csX6" fmla="*/ 5079023 w 5079023"/>
              <a:gd name="csY6" fmla="*/ 3000054 h 6154838"/>
              <a:gd name="csX0" fmla="*/ 5079023 w 5079023"/>
              <a:gd name="csY0" fmla="*/ 3000054 h 6154838"/>
              <a:gd name="csX1" fmla="*/ 1575535 w 5079023"/>
              <a:gd name="csY1" fmla="*/ 2363056 h 6154838"/>
              <a:gd name="csX2" fmla="*/ 241703 w 5079023"/>
              <a:gd name="csY2" fmla="*/ 6154838 h 6154838"/>
              <a:gd name="csX3" fmla="*/ 2633773 w 5079023"/>
              <a:gd name="csY3" fmla="*/ 2979506 h 6154838"/>
              <a:gd name="csX4" fmla="*/ 671409 w 5079023"/>
              <a:gd name="csY4" fmla="*/ 0 h 6154838"/>
              <a:gd name="csX5" fmla="*/ 1472793 w 5079023"/>
              <a:gd name="csY5" fmla="*/ 3821987 h 6154838"/>
              <a:gd name="csX6" fmla="*/ 5079023 w 5079023"/>
              <a:gd name="csY6" fmla="*/ 3000054 h 6154838"/>
              <a:gd name="csX0" fmla="*/ 5079023 w 5079023"/>
              <a:gd name="csY0" fmla="*/ 3000054 h 6154838"/>
              <a:gd name="csX1" fmla="*/ 1575535 w 5079023"/>
              <a:gd name="csY1" fmla="*/ 2363056 h 6154838"/>
              <a:gd name="csX2" fmla="*/ 241703 w 5079023"/>
              <a:gd name="csY2" fmla="*/ 6154838 h 6154838"/>
              <a:gd name="csX3" fmla="*/ 2633773 w 5079023"/>
              <a:gd name="csY3" fmla="*/ 2979506 h 6154838"/>
              <a:gd name="csX4" fmla="*/ 671409 w 5079023"/>
              <a:gd name="csY4" fmla="*/ 0 h 6154838"/>
              <a:gd name="csX5" fmla="*/ 1472793 w 5079023"/>
              <a:gd name="csY5" fmla="*/ 3821987 h 6154838"/>
              <a:gd name="csX6" fmla="*/ 5079023 w 5079023"/>
              <a:gd name="csY6" fmla="*/ 3000054 h 6154838"/>
              <a:gd name="csX0" fmla="*/ 5079023 w 5079023"/>
              <a:gd name="csY0" fmla="*/ 3000054 h 6154838"/>
              <a:gd name="csX1" fmla="*/ 1575535 w 5079023"/>
              <a:gd name="csY1" fmla="*/ 2363056 h 6154838"/>
              <a:gd name="csX2" fmla="*/ 241703 w 5079023"/>
              <a:gd name="csY2" fmla="*/ 6154838 h 6154838"/>
              <a:gd name="csX3" fmla="*/ 2633773 w 5079023"/>
              <a:gd name="csY3" fmla="*/ 2979506 h 6154838"/>
              <a:gd name="csX4" fmla="*/ 671409 w 5079023"/>
              <a:gd name="csY4" fmla="*/ 0 h 6154838"/>
              <a:gd name="csX5" fmla="*/ 1472793 w 5079023"/>
              <a:gd name="csY5" fmla="*/ 3821987 h 6154838"/>
              <a:gd name="csX6" fmla="*/ 5079023 w 5079023"/>
              <a:gd name="csY6" fmla="*/ 3000054 h 6154838"/>
              <a:gd name="csX0" fmla="*/ 5079023 w 5079023"/>
              <a:gd name="csY0" fmla="*/ 3000054 h 6154838"/>
              <a:gd name="csX1" fmla="*/ 1575535 w 5079023"/>
              <a:gd name="csY1" fmla="*/ 2363056 h 6154838"/>
              <a:gd name="csX2" fmla="*/ 241703 w 5079023"/>
              <a:gd name="csY2" fmla="*/ 6154838 h 6154838"/>
              <a:gd name="csX3" fmla="*/ 2633773 w 5079023"/>
              <a:gd name="csY3" fmla="*/ 2979506 h 6154838"/>
              <a:gd name="csX4" fmla="*/ 671409 w 5079023"/>
              <a:gd name="csY4" fmla="*/ 0 h 6154838"/>
              <a:gd name="csX5" fmla="*/ 1472793 w 5079023"/>
              <a:gd name="csY5" fmla="*/ 3821987 h 6154838"/>
              <a:gd name="csX6" fmla="*/ 5079023 w 5079023"/>
              <a:gd name="csY6" fmla="*/ 3000054 h 6154838"/>
              <a:gd name="csX0" fmla="*/ 5079023 w 5079023"/>
              <a:gd name="csY0" fmla="*/ 3012754 h 6167538"/>
              <a:gd name="csX1" fmla="*/ 1575535 w 5079023"/>
              <a:gd name="csY1" fmla="*/ 2375756 h 6167538"/>
              <a:gd name="csX2" fmla="*/ 241703 w 5079023"/>
              <a:gd name="csY2" fmla="*/ 6167538 h 6167538"/>
              <a:gd name="csX3" fmla="*/ 2633773 w 5079023"/>
              <a:gd name="csY3" fmla="*/ 2992206 h 6167538"/>
              <a:gd name="csX4" fmla="*/ 667175 w 5079023"/>
              <a:gd name="csY4" fmla="*/ 0 h 6167538"/>
              <a:gd name="csX5" fmla="*/ 1472793 w 5079023"/>
              <a:gd name="csY5" fmla="*/ 3834687 h 6167538"/>
              <a:gd name="csX6" fmla="*/ 5079023 w 5079023"/>
              <a:gd name="csY6" fmla="*/ 3012754 h 6167538"/>
              <a:gd name="csX0" fmla="*/ 5079023 w 5079023"/>
              <a:gd name="csY0" fmla="*/ 3012754 h 6167538"/>
              <a:gd name="csX1" fmla="*/ 1575535 w 5079023"/>
              <a:gd name="csY1" fmla="*/ 2375756 h 6167538"/>
              <a:gd name="csX2" fmla="*/ 241703 w 5079023"/>
              <a:gd name="csY2" fmla="*/ 6167538 h 6167538"/>
              <a:gd name="csX3" fmla="*/ 2633773 w 5079023"/>
              <a:gd name="csY3" fmla="*/ 2992206 h 6167538"/>
              <a:gd name="csX4" fmla="*/ 667175 w 5079023"/>
              <a:gd name="csY4" fmla="*/ 0 h 6167538"/>
              <a:gd name="csX5" fmla="*/ 1472793 w 5079023"/>
              <a:gd name="csY5" fmla="*/ 3834687 h 6167538"/>
              <a:gd name="csX6" fmla="*/ 5079023 w 5079023"/>
              <a:gd name="csY6" fmla="*/ 3012754 h 6167538"/>
              <a:gd name="csX0" fmla="*/ 5079023 w 5079023"/>
              <a:gd name="csY0" fmla="*/ 3012754 h 6167538"/>
              <a:gd name="csX1" fmla="*/ 1575535 w 5079023"/>
              <a:gd name="csY1" fmla="*/ 2375756 h 6167538"/>
              <a:gd name="csX2" fmla="*/ 241703 w 5079023"/>
              <a:gd name="csY2" fmla="*/ 6167538 h 6167538"/>
              <a:gd name="csX3" fmla="*/ 2633773 w 5079023"/>
              <a:gd name="csY3" fmla="*/ 2992206 h 6167538"/>
              <a:gd name="csX4" fmla="*/ 667175 w 5079023"/>
              <a:gd name="csY4" fmla="*/ 0 h 6167538"/>
              <a:gd name="csX5" fmla="*/ 1472793 w 5079023"/>
              <a:gd name="csY5" fmla="*/ 3834687 h 6167538"/>
              <a:gd name="csX6" fmla="*/ 5079023 w 5079023"/>
              <a:gd name="csY6" fmla="*/ 3012754 h 6167538"/>
              <a:gd name="csX0" fmla="*/ 5079023 w 5079023"/>
              <a:gd name="csY0" fmla="*/ 3012754 h 6167538"/>
              <a:gd name="csX1" fmla="*/ 1575535 w 5079023"/>
              <a:gd name="csY1" fmla="*/ 2375756 h 6167538"/>
              <a:gd name="csX2" fmla="*/ 241703 w 5079023"/>
              <a:gd name="csY2" fmla="*/ 6167538 h 6167538"/>
              <a:gd name="csX3" fmla="*/ 2633773 w 5079023"/>
              <a:gd name="csY3" fmla="*/ 2992206 h 6167538"/>
              <a:gd name="csX4" fmla="*/ 667175 w 5079023"/>
              <a:gd name="csY4" fmla="*/ 0 h 6167538"/>
              <a:gd name="csX5" fmla="*/ 1472793 w 5079023"/>
              <a:gd name="csY5" fmla="*/ 3834687 h 6167538"/>
              <a:gd name="csX6" fmla="*/ 5079023 w 5079023"/>
              <a:gd name="csY6" fmla="*/ 3012754 h 6167538"/>
              <a:gd name="csX0" fmla="*/ 5079023 w 5079023"/>
              <a:gd name="csY0" fmla="*/ 3012754 h 6167538"/>
              <a:gd name="csX1" fmla="*/ 1575535 w 5079023"/>
              <a:gd name="csY1" fmla="*/ 2375756 h 6167538"/>
              <a:gd name="csX2" fmla="*/ 241703 w 5079023"/>
              <a:gd name="csY2" fmla="*/ 6167538 h 6167538"/>
              <a:gd name="csX3" fmla="*/ 2633773 w 5079023"/>
              <a:gd name="csY3" fmla="*/ 2992206 h 6167538"/>
              <a:gd name="csX4" fmla="*/ 667175 w 5079023"/>
              <a:gd name="csY4" fmla="*/ 0 h 6167538"/>
              <a:gd name="csX5" fmla="*/ 1472793 w 5079023"/>
              <a:gd name="csY5" fmla="*/ 3834687 h 6167538"/>
              <a:gd name="csX6" fmla="*/ 5079023 w 5079023"/>
              <a:gd name="csY6" fmla="*/ 3012754 h 6167538"/>
              <a:gd name="csX0" fmla="*/ 5079023 w 5079023"/>
              <a:gd name="csY0" fmla="*/ 3012754 h 6167538"/>
              <a:gd name="csX1" fmla="*/ 1575535 w 5079023"/>
              <a:gd name="csY1" fmla="*/ 2375756 h 6167538"/>
              <a:gd name="csX2" fmla="*/ 241703 w 5079023"/>
              <a:gd name="csY2" fmla="*/ 6167538 h 6167538"/>
              <a:gd name="csX3" fmla="*/ 2633773 w 5079023"/>
              <a:gd name="csY3" fmla="*/ 2992206 h 6167538"/>
              <a:gd name="csX4" fmla="*/ 667175 w 5079023"/>
              <a:gd name="csY4" fmla="*/ 0 h 6167538"/>
              <a:gd name="csX5" fmla="*/ 1472793 w 5079023"/>
              <a:gd name="csY5" fmla="*/ 3834687 h 6167538"/>
              <a:gd name="csX6" fmla="*/ 5079023 w 5079023"/>
              <a:gd name="csY6" fmla="*/ 3012754 h 6167538"/>
              <a:gd name="csX0" fmla="*/ 5079023 w 5079023"/>
              <a:gd name="csY0" fmla="*/ 3012754 h 6167538"/>
              <a:gd name="csX1" fmla="*/ 1575535 w 5079023"/>
              <a:gd name="csY1" fmla="*/ 2375756 h 6167538"/>
              <a:gd name="csX2" fmla="*/ 241703 w 5079023"/>
              <a:gd name="csY2" fmla="*/ 6167538 h 6167538"/>
              <a:gd name="csX3" fmla="*/ 2633773 w 5079023"/>
              <a:gd name="csY3" fmla="*/ 2992206 h 6167538"/>
              <a:gd name="csX4" fmla="*/ 667175 w 5079023"/>
              <a:gd name="csY4" fmla="*/ 0 h 6167538"/>
              <a:gd name="csX5" fmla="*/ 1472793 w 5079023"/>
              <a:gd name="csY5" fmla="*/ 3834687 h 6167538"/>
              <a:gd name="csX6" fmla="*/ 5079023 w 5079023"/>
              <a:gd name="csY6" fmla="*/ 3012754 h 6167538"/>
              <a:gd name="csX0" fmla="*/ 5079023 w 5079023"/>
              <a:gd name="csY0" fmla="*/ 3012754 h 6167538"/>
              <a:gd name="csX1" fmla="*/ 1575535 w 5079023"/>
              <a:gd name="csY1" fmla="*/ 2375756 h 6167538"/>
              <a:gd name="csX2" fmla="*/ 241703 w 5079023"/>
              <a:gd name="csY2" fmla="*/ 6167538 h 6167538"/>
              <a:gd name="csX3" fmla="*/ 2633773 w 5079023"/>
              <a:gd name="csY3" fmla="*/ 2992206 h 6167538"/>
              <a:gd name="csX4" fmla="*/ 667175 w 5079023"/>
              <a:gd name="csY4" fmla="*/ 0 h 6167538"/>
              <a:gd name="csX5" fmla="*/ 1472793 w 5079023"/>
              <a:gd name="csY5" fmla="*/ 3834687 h 6167538"/>
              <a:gd name="csX6" fmla="*/ 5079023 w 5079023"/>
              <a:gd name="csY6" fmla="*/ 3012754 h 6167538"/>
              <a:gd name="csX0" fmla="*/ 5079023 w 5079023"/>
              <a:gd name="csY0" fmla="*/ 3012754 h 6167538"/>
              <a:gd name="csX1" fmla="*/ 1575535 w 5079023"/>
              <a:gd name="csY1" fmla="*/ 2375756 h 6167538"/>
              <a:gd name="csX2" fmla="*/ 241703 w 5079023"/>
              <a:gd name="csY2" fmla="*/ 6167538 h 6167538"/>
              <a:gd name="csX3" fmla="*/ 2633773 w 5079023"/>
              <a:gd name="csY3" fmla="*/ 2992206 h 6167538"/>
              <a:gd name="csX4" fmla="*/ 667175 w 5079023"/>
              <a:gd name="csY4" fmla="*/ 0 h 6167538"/>
              <a:gd name="csX5" fmla="*/ 1472793 w 5079023"/>
              <a:gd name="csY5" fmla="*/ 3834687 h 6167538"/>
              <a:gd name="csX6" fmla="*/ 5079023 w 5079023"/>
              <a:gd name="csY6" fmla="*/ 3012754 h 6167538"/>
              <a:gd name="csX0" fmla="*/ 5109185 w 5109185"/>
              <a:gd name="csY0" fmla="*/ 3012754 h 6167538"/>
              <a:gd name="csX1" fmla="*/ 1575535 w 5109185"/>
              <a:gd name="csY1" fmla="*/ 2375756 h 6167538"/>
              <a:gd name="csX2" fmla="*/ 241703 w 5109185"/>
              <a:gd name="csY2" fmla="*/ 6167538 h 6167538"/>
              <a:gd name="csX3" fmla="*/ 2633773 w 5109185"/>
              <a:gd name="csY3" fmla="*/ 2992206 h 6167538"/>
              <a:gd name="csX4" fmla="*/ 667175 w 5109185"/>
              <a:gd name="csY4" fmla="*/ 0 h 6167538"/>
              <a:gd name="csX5" fmla="*/ 1472793 w 5109185"/>
              <a:gd name="csY5" fmla="*/ 3834687 h 6167538"/>
              <a:gd name="csX6" fmla="*/ 5109185 w 5109185"/>
              <a:gd name="csY6" fmla="*/ 3012754 h 6167538"/>
              <a:gd name="csX0" fmla="*/ 5104422 w 5104422"/>
              <a:gd name="csY0" fmla="*/ 3011166 h 6167538"/>
              <a:gd name="csX1" fmla="*/ 1575535 w 5104422"/>
              <a:gd name="csY1" fmla="*/ 2375756 h 6167538"/>
              <a:gd name="csX2" fmla="*/ 241703 w 5104422"/>
              <a:gd name="csY2" fmla="*/ 6167538 h 6167538"/>
              <a:gd name="csX3" fmla="*/ 2633773 w 5104422"/>
              <a:gd name="csY3" fmla="*/ 2992206 h 6167538"/>
              <a:gd name="csX4" fmla="*/ 667175 w 5104422"/>
              <a:gd name="csY4" fmla="*/ 0 h 6167538"/>
              <a:gd name="csX5" fmla="*/ 1472793 w 5104422"/>
              <a:gd name="csY5" fmla="*/ 3834687 h 6167538"/>
              <a:gd name="csX6" fmla="*/ 5104422 w 5104422"/>
              <a:gd name="csY6" fmla="*/ 3011166 h 6167538"/>
              <a:gd name="csX0" fmla="*/ 5108905 w 5108905"/>
              <a:gd name="csY0" fmla="*/ 3011166 h 6175476"/>
              <a:gd name="csX1" fmla="*/ 1580018 w 5108905"/>
              <a:gd name="csY1" fmla="*/ 2375756 h 6175476"/>
              <a:gd name="csX2" fmla="*/ 239836 w 5108905"/>
              <a:gd name="csY2" fmla="*/ 6175476 h 6175476"/>
              <a:gd name="csX3" fmla="*/ 2638256 w 5108905"/>
              <a:gd name="csY3" fmla="*/ 2992206 h 6175476"/>
              <a:gd name="csX4" fmla="*/ 671658 w 5108905"/>
              <a:gd name="csY4" fmla="*/ 0 h 6175476"/>
              <a:gd name="csX5" fmla="*/ 1477276 w 5108905"/>
              <a:gd name="csY5" fmla="*/ 3834687 h 6175476"/>
              <a:gd name="csX6" fmla="*/ 5108905 w 5108905"/>
              <a:gd name="csY6" fmla="*/ 3011166 h 6175476"/>
              <a:gd name="csX0" fmla="*/ 5108905 w 5108905"/>
              <a:gd name="csY0" fmla="*/ 3036566 h 6200876"/>
              <a:gd name="csX1" fmla="*/ 1580018 w 5108905"/>
              <a:gd name="csY1" fmla="*/ 2401156 h 6200876"/>
              <a:gd name="csX2" fmla="*/ 239836 w 5108905"/>
              <a:gd name="csY2" fmla="*/ 6200876 h 6200876"/>
              <a:gd name="csX3" fmla="*/ 2638256 w 5108905"/>
              <a:gd name="csY3" fmla="*/ 3017606 h 6200876"/>
              <a:gd name="csX4" fmla="*/ 666895 w 5108905"/>
              <a:gd name="csY4" fmla="*/ 0 h 6200876"/>
              <a:gd name="csX5" fmla="*/ 1477276 w 5108905"/>
              <a:gd name="csY5" fmla="*/ 3860087 h 6200876"/>
              <a:gd name="csX6" fmla="*/ 5108905 w 5108905"/>
              <a:gd name="csY6" fmla="*/ 3036566 h 6200876"/>
              <a:gd name="csX0" fmla="*/ 5108905 w 5108905"/>
              <a:gd name="csY0" fmla="*/ 3036566 h 6200876"/>
              <a:gd name="csX1" fmla="*/ 1580018 w 5108905"/>
              <a:gd name="csY1" fmla="*/ 2401156 h 6200876"/>
              <a:gd name="csX2" fmla="*/ 239836 w 5108905"/>
              <a:gd name="csY2" fmla="*/ 6200876 h 6200876"/>
              <a:gd name="csX3" fmla="*/ 2638256 w 5108905"/>
              <a:gd name="csY3" fmla="*/ 3017606 h 6200876"/>
              <a:gd name="csX4" fmla="*/ 666895 w 5108905"/>
              <a:gd name="csY4" fmla="*/ 0 h 6200876"/>
              <a:gd name="csX5" fmla="*/ 1477276 w 5108905"/>
              <a:gd name="csY5" fmla="*/ 3860087 h 6200876"/>
              <a:gd name="csX6" fmla="*/ 5108905 w 5108905"/>
              <a:gd name="csY6" fmla="*/ 3036566 h 6200876"/>
              <a:gd name="csX0" fmla="*/ 5108905 w 5108905"/>
              <a:gd name="csY0" fmla="*/ 3036566 h 6200876"/>
              <a:gd name="csX1" fmla="*/ 1580018 w 5108905"/>
              <a:gd name="csY1" fmla="*/ 2401156 h 6200876"/>
              <a:gd name="csX2" fmla="*/ 239836 w 5108905"/>
              <a:gd name="csY2" fmla="*/ 6200876 h 6200876"/>
              <a:gd name="csX3" fmla="*/ 2638256 w 5108905"/>
              <a:gd name="csY3" fmla="*/ 3017606 h 6200876"/>
              <a:gd name="csX4" fmla="*/ 666895 w 5108905"/>
              <a:gd name="csY4" fmla="*/ 0 h 6200876"/>
              <a:gd name="csX5" fmla="*/ 1477276 w 5108905"/>
              <a:gd name="csY5" fmla="*/ 3860087 h 6200876"/>
              <a:gd name="csX6" fmla="*/ 5108905 w 5108905"/>
              <a:gd name="csY6" fmla="*/ 3036566 h 6200876"/>
              <a:gd name="csX0" fmla="*/ 5108905 w 5108905"/>
              <a:gd name="csY0" fmla="*/ 3036566 h 6200876"/>
              <a:gd name="csX1" fmla="*/ 1580018 w 5108905"/>
              <a:gd name="csY1" fmla="*/ 2401156 h 6200876"/>
              <a:gd name="csX2" fmla="*/ 239836 w 5108905"/>
              <a:gd name="csY2" fmla="*/ 6200876 h 6200876"/>
              <a:gd name="csX3" fmla="*/ 2638256 w 5108905"/>
              <a:gd name="csY3" fmla="*/ 3017606 h 6200876"/>
              <a:gd name="csX4" fmla="*/ 666895 w 5108905"/>
              <a:gd name="csY4" fmla="*/ 0 h 6200876"/>
              <a:gd name="csX5" fmla="*/ 1477276 w 5108905"/>
              <a:gd name="csY5" fmla="*/ 3860087 h 6200876"/>
              <a:gd name="csX6" fmla="*/ 5108905 w 5108905"/>
              <a:gd name="csY6" fmla="*/ 3036566 h 6200876"/>
              <a:gd name="csX0" fmla="*/ 5108905 w 5108905"/>
              <a:gd name="csY0" fmla="*/ 3036566 h 6200876"/>
              <a:gd name="csX1" fmla="*/ 1580018 w 5108905"/>
              <a:gd name="csY1" fmla="*/ 2401156 h 6200876"/>
              <a:gd name="csX2" fmla="*/ 239836 w 5108905"/>
              <a:gd name="csY2" fmla="*/ 6200876 h 6200876"/>
              <a:gd name="csX3" fmla="*/ 2638256 w 5108905"/>
              <a:gd name="csY3" fmla="*/ 3017606 h 6200876"/>
              <a:gd name="csX4" fmla="*/ 666895 w 5108905"/>
              <a:gd name="csY4" fmla="*/ 0 h 6200876"/>
              <a:gd name="csX5" fmla="*/ 1477276 w 5108905"/>
              <a:gd name="csY5" fmla="*/ 3860087 h 6200876"/>
              <a:gd name="csX6" fmla="*/ 5108905 w 5108905"/>
              <a:gd name="csY6" fmla="*/ 3036566 h 6200876"/>
              <a:gd name="csX0" fmla="*/ 5108905 w 5108905"/>
              <a:gd name="csY0" fmla="*/ 3036566 h 6200876"/>
              <a:gd name="csX1" fmla="*/ 1580018 w 5108905"/>
              <a:gd name="csY1" fmla="*/ 2401156 h 6200876"/>
              <a:gd name="csX2" fmla="*/ 239836 w 5108905"/>
              <a:gd name="csY2" fmla="*/ 6200876 h 6200876"/>
              <a:gd name="csX3" fmla="*/ 2638256 w 5108905"/>
              <a:gd name="csY3" fmla="*/ 3017606 h 6200876"/>
              <a:gd name="csX4" fmla="*/ 666895 w 5108905"/>
              <a:gd name="csY4" fmla="*/ 0 h 6200876"/>
              <a:gd name="csX5" fmla="*/ 1477276 w 5108905"/>
              <a:gd name="csY5" fmla="*/ 3860087 h 6200876"/>
              <a:gd name="csX6" fmla="*/ 5108905 w 5108905"/>
              <a:gd name="csY6" fmla="*/ 3036566 h 6200876"/>
              <a:gd name="csX0" fmla="*/ 5142006 w 5142006"/>
              <a:gd name="csY0" fmla="*/ 3036566 h 6200876"/>
              <a:gd name="csX1" fmla="*/ 1507241 w 5142006"/>
              <a:gd name="csY1" fmla="*/ 2218276 h 6200876"/>
              <a:gd name="csX2" fmla="*/ 272937 w 5142006"/>
              <a:gd name="csY2" fmla="*/ 6200876 h 6200876"/>
              <a:gd name="csX3" fmla="*/ 2671357 w 5142006"/>
              <a:gd name="csY3" fmla="*/ 3017606 h 6200876"/>
              <a:gd name="csX4" fmla="*/ 699996 w 5142006"/>
              <a:gd name="csY4" fmla="*/ 0 h 6200876"/>
              <a:gd name="csX5" fmla="*/ 1510377 w 5142006"/>
              <a:gd name="csY5" fmla="*/ 3860087 h 6200876"/>
              <a:gd name="csX6" fmla="*/ 5142006 w 5142006"/>
              <a:gd name="csY6" fmla="*/ 3036566 h 6200876"/>
              <a:gd name="csX0" fmla="*/ 5142006 w 5142006"/>
              <a:gd name="csY0" fmla="*/ 3036566 h 6200876"/>
              <a:gd name="csX1" fmla="*/ 1507241 w 5142006"/>
              <a:gd name="csY1" fmla="*/ 2218276 h 6200876"/>
              <a:gd name="csX2" fmla="*/ 272937 w 5142006"/>
              <a:gd name="csY2" fmla="*/ 6200876 h 6200876"/>
              <a:gd name="csX3" fmla="*/ 2671357 w 5142006"/>
              <a:gd name="csY3" fmla="*/ 3017606 h 6200876"/>
              <a:gd name="csX4" fmla="*/ 699996 w 5142006"/>
              <a:gd name="csY4" fmla="*/ 0 h 6200876"/>
              <a:gd name="csX5" fmla="*/ 1510377 w 5142006"/>
              <a:gd name="csY5" fmla="*/ 3860087 h 6200876"/>
              <a:gd name="csX6" fmla="*/ 5142006 w 5142006"/>
              <a:gd name="csY6" fmla="*/ 3036566 h 6200876"/>
              <a:gd name="csX0" fmla="*/ 5109062 w 5109062"/>
              <a:gd name="csY0" fmla="*/ 3036566 h 6200876"/>
              <a:gd name="csX1" fmla="*/ 1474297 w 5109062"/>
              <a:gd name="csY1" fmla="*/ 2218276 h 6200876"/>
              <a:gd name="csX2" fmla="*/ 239993 w 5109062"/>
              <a:gd name="csY2" fmla="*/ 6200876 h 6200876"/>
              <a:gd name="csX3" fmla="*/ 2638413 w 5109062"/>
              <a:gd name="csY3" fmla="*/ 3017606 h 6200876"/>
              <a:gd name="csX4" fmla="*/ 667052 w 5109062"/>
              <a:gd name="csY4" fmla="*/ 0 h 6200876"/>
              <a:gd name="csX5" fmla="*/ 1477433 w 5109062"/>
              <a:gd name="csY5" fmla="*/ 3860087 h 6200876"/>
              <a:gd name="csX6" fmla="*/ 5109062 w 5109062"/>
              <a:gd name="csY6" fmla="*/ 3036566 h 6200876"/>
              <a:gd name="csX0" fmla="*/ 5109062 w 5109062"/>
              <a:gd name="csY0" fmla="*/ 3036566 h 6200876"/>
              <a:gd name="csX1" fmla="*/ 1474297 w 5109062"/>
              <a:gd name="csY1" fmla="*/ 2218276 h 6200876"/>
              <a:gd name="csX2" fmla="*/ 239993 w 5109062"/>
              <a:gd name="csY2" fmla="*/ 6200876 h 6200876"/>
              <a:gd name="csX3" fmla="*/ 2638413 w 5109062"/>
              <a:gd name="csY3" fmla="*/ 3017606 h 6200876"/>
              <a:gd name="csX4" fmla="*/ 667052 w 5109062"/>
              <a:gd name="csY4" fmla="*/ 0 h 6200876"/>
              <a:gd name="csX5" fmla="*/ 1477433 w 5109062"/>
              <a:gd name="csY5" fmla="*/ 3860087 h 6200876"/>
              <a:gd name="csX6" fmla="*/ 5109062 w 5109062"/>
              <a:gd name="csY6" fmla="*/ 3036566 h 6200876"/>
              <a:gd name="csX0" fmla="*/ 5149536 w 5149536"/>
              <a:gd name="csY0" fmla="*/ 3036566 h 6200876"/>
              <a:gd name="csX1" fmla="*/ 1389643 w 5149536"/>
              <a:gd name="csY1" fmla="*/ 2179775 h 6200876"/>
              <a:gd name="csX2" fmla="*/ 280467 w 5149536"/>
              <a:gd name="csY2" fmla="*/ 6200876 h 6200876"/>
              <a:gd name="csX3" fmla="*/ 2678887 w 5149536"/>
              <a:gd name="csY3" fmla="*/ 3017606 h 6200876"/>
              <a:gd name="csX4" fmla="*/ 707526 w 5149536"/>
              <a:gd name="csY4" fmla="*/ 0 h 6200876"/>
              <a:gd name="csX5" fmla="*/ 1517907 w 5149536"/>
              <a:gd name="csY5" fmla="*/ 3860087 h 6200876"/>
              <a:gd name="csX6" fmla="*/ 5149536 w 5149536"/>
              <a:gd name="csY6" fmla="*/ 3036566 h 6200876"/>
              <a:gd name="csX0" fmla="*/ 5149536 w 5149536"/>
              <a:gd name="csY0" fmla="*/ 3036566 h 6200876"/>
              <a:gd name="csX1" fmla="*/ 1389643 w 5149536"/>
              <a:gd name="csY1" fmla="*/ 2179775 h 6200876"/>
              <a:gd name="csX2" fmla="*/ 280467 w 5149536"/>
              <a:gd name="csY2" fmla="*/ 6200876 h 6200876"/>
              <a:gd name="csX3" fmla="*/ 3112024 w 5149536"/>
              <a:gd name="csY3" fmla="*/ 2853977 h 6200876"/>
              <a:gd name="csX4" fmla="*/ 707526 w 5149536"/>
              <a:gd name="csY4" fmla="*/ 0 h 6200876"/>
              <a:gd name="csX5" fmla="*/ 1517907 w 5149536"/>
              <a:gd name="csY5" fmla="*/ 3860087 h 6200876"/>
              <a:gd name="csX6" fmla="*/ 5149536 w 5149536"/>
              <a:gd name="csY6" fmla="*/ 3036566 h 6200876"/>
              <a:gd name="csX0" fmla="*/ 5149536 w 5149536"/>
              <a:gd name="csY0" fmla="*/ 3036566 h 6200876"/>
              <a:gd name="csX1" fmla="*/ 1389643 w 5149536"/>
              <a:gd name="csY1" fmla="*/ 2179775 h 6200876"/>
              <a:gd name="csX2" fmla="*/ 280467 w 5149536"/>
              <a:gd name="csY2" fmla="*/ 6200876 h 6200876"/>
              <a:gd name="csX3" fmla="*/ 3112024 w 5149536"/>
              <a:gd name="csY3" fmla="*/ 2853977 h 6200876"/>
              <a:gd name="csX4" fmla="*/ 707526 w 5149536"/>
              <a:gd name="csY4" fmla="*/ 0 h 6200876"/>
              <a:gd name="csX5" fmla="*/ 1306151 w 5149536"/>
              <a:gd name="csY5" fmla="*/ 4014091 h 6200876"/>
              <a:gd name="csX6" fmla="*/ 5149536 w 5149536"/>
              <a:gd name="csY6" fmla="*/ 3036566 h 6200876"/>
              <a:gd name="csX0" fmla="*/ 5182937 w 5182937"/>
              <a:gd name="csY0" fmla="*/ 3036566 h 6200876"/>
              <a:gd name="csX1" fmla="*/ 1423044 w 5182937"/>
              <a:gd name="csY1" fmla="*/ 2179775 h 6200876"/>
              <a:gd name="csX2" fmla="*/ 313868 w 5182937"/>
              <a:gd name="csY2" fmla="*/ 6200876 h 6200876"/>
              <a:gd name="csX3" fmla="*/ 3145425 w 5182937"/>
              <a:gd name="csY3" fmla="*/ 2853977 h 6200876"/>
              <a:gd name="csX4" fmla="*/ 740927 w 5182937"/>
              <a:gd name="csY4" fmla="*/ 0 h 6200876"/>
              <a:gd name="csX5" fmla="*/ 1339552 w 5182937"/>
              <a:gd name="csY5" fmla="*/ 4014091 h 6200876"/>
              <a:gd name="csX6" fmla="*/ 5182937 w 5182937"/>
              <a:gd name="csY6" fmla="*/ 3036566 h 6200876"/>
              <a:gd name="csX0" fmla="*/ 5182937 w 5182937"/>
              <a:gd name="csY0" fmla="*/ 3036566 h 6200876"/>
              <a:gd name="csX1" fmla="*/ 1423044 w 5182937"/>
              <a:gd name="csY1" fmla="*/ 2179775 h 6200876"/>
              <a:gd name="csX2" fmla="*/ 313868 w 5182937"/>
              <a:gd name="csY2" fmla="*/ 6200876 h 6200876"/>
              <a:gd name="csX3" fmla="*/ 3145425 w 5182937"/>
              <a:gd name="csY3" fmla="*/ 2853977 h 6200876"/>
              <a:gd name="csX4" fmla="*/ 740927 w 5182937"/>
              <a:gd name="csY4" fmla="*/ 0 h 6200876"/>
              <a:gd name="csX5" fmla="*/ 1339552 w 5182937"/>
              <a:gd name="csY5" fmla="*/ 4014091 h 6200876"/>
              <a:gd name="csX6" fmla="*/ 5182937 w 5182937"/>
              <a:gd name="csY6" fmla="*/ 3036566 h 6200876"/>
              <a:gd name="csX0" fmla="*/ 5182937 w 5182937"/>
              <a:gd name="csY0" fmla="*/ 3036566 h 6200876"/>
              <a:gd name="csX1" fmla="*/ 1423044 w 5182937"/>
              <a:gd name="csY1" fmla="*/ 2179775 h 6200876"/>
              <a:gd name="csX2" fmla="*/ 313868 w 5182937"/>
              <a:gd name="csY2" fmla="*/ 6200876 h 6200876"/>
              <a:gd name="csX3" fmla="*/ 3145425 w 5182937"/>
              <a:gd name="csY3" fmla="*/ 2853977 h 6200876"/>
              <a:gd name="csX4" fmla="*/ 740927 w 5182937"/>
              <a:gd name="csY4" fmla="*/ 0 h 6200876"/>
              <a:gd name="csX5" fmla="*/ 1339552 w 5182937"/>
              <a:gd name="csY5" fmla="*/ 4014091 h 6200876"/>
              <a:gd name="csX6" fmla="*/ 5182937 w 5182937"/>
              <a:gd name="csY6" fmla="*/ 3036566 h 6200876"/>
              <a:gd name="csX0" fmla="*/ 5182937 w 5182937"/>
              <a:gd name="csY0" fmla="*/ 3036566 h 6200876"/>
              <a:gd name="csX1" fmla="*/ 1423044 w 5182937"/>
              <a:gd name="csY1" fmla="*/ 2179775 h 6200876"/>
              <a:gd name="csX2" fmla="*/ 313868 w 5182937"/>
              <a:gd name="csY2" fmla="*/ 6200876 h 6200876"/>
              <a:gd name="csX3" fmla="*/ 3145425 w 5182937"/>
              <a:gd name="csY3" fmla="*/ 2853977 h 6200876"/>
              <a:gd name="csX4" fmla="*/ 740927 w 5182937"/>
              <a:gd name="csY4" fmla="*/ 0 h 6200876"/>
              <a:gd name="csX5" fmla="*/ 1339552 w 5182937"/>
              <a:gd name="csY5" fmla="*/ 4014091 h 6200876"/>
              <a:gd name="csX6" fmla="*/ 5182937 w 5182937"/>
              <a:gd name="csY6" fmla="*/ 3036566 h 6200876"/>
              <a:gd name="csX0" fmla="*/ 5182937 w 5182937"/>
              <a:gd name="csY0" fmla="*/ 3036566 h 6200876"/>
              <a:gd name="csX1" fmla="*/ 1423044 w 5182937"/>
              <a:gd name="csY1" fmla="*/ 2179775 h 6200876"/>
              <a:gd name="csX2" fmla="*/ 313868 w 5182937"/>
              <a:gd name="csY2" fmla="*/ 6200876 h 6200876"/>
              <a:gd name="csX3" fmla="*/ 3145425 w 5182937"/>
              <a:gd name="csY3" fmla="*/ 2853977 h 6200876"/>
              <a:gd name="csX4" fmla="*/ 740927 w 5182937"/>
              <a:gd name="csY4" fmla="*/ 0 h 6200876"/>
              <a:gd name="csX5" fmla="*/ 1339552 w 5182937"/>
              <a:gd name="csY5" fmla="*/ 4014091 h 6200876"/>
              <a:gd name="csX6" fmla="*/ 5182937 w 5182937"/>
              <a:gd name="csY6" fmla="*/ 3036566 h 6200876"/>
              <a:gd name="csX0" fmla="*/ 5182937 w 5182937"/>
              <a:gd name="csY0" fmla="*/ 3036566 h 6200876"/>
              <a:gd name="csX1" fmla="*/ 1423044 w 5182937"/>
              <a:gd name="csY1" fmla="*/ 2179775 h 6200876"/>
              <a:gd name="csX2" fmla="*/ 313868 w 5182937"/>
              <a:gd name="csY2" fmla="*/ 6200876 h 6200876"/>
              <a:gd name="csX3" fmla="*/ 3145425 w 5182937"/>
              <a:gd name="csY3" fmla="*/ 2853977 h 6200876"/>
              <a:gd name="csX4" fmla="*/ 740927 w 5182937"/>
              <a:gd name="csY4" fmla="*/ 0 h 6200876"/>
              <a:gd name="csX5" fmla="*/ 1339552 w 5182937"/>
              <a:gd name="csY5" fmla="*/ 4014091 h 6200876"/>
              <a:gd name="csX6" fmla="*/ 5182937 w 5182937"/>
              <a:gd name="csY6" fmla="*/ 3036566 h 6200876"/>
              <a:gd name="csX0" fmla="*/ 5182937 w 5182937"/>
              <a:gd name="csY0" fmla="*/ 3036566 h 6200876"/>
              <a:gd name="csX1" fmla="*/ 1423044 w 5182937"/>
              <a:gd name="csY1" fmla="*/ 2179775 h 6200876"/>
              <a:gd name="csX2" fmla="*/ 313868 w 5182937"/>
              <a:gd name="csY2" fmla="*/ 6200876 h 6200876"/>
              <a:gd name="csX3" fmla="*/ 3299429 w 5182937"/>
              <a:gd name="csY3" fmla="*/ 3094609 h 6200876"/>
              <a:gd name="csX4" fmla="*/ 740927 w 5182937"/>
              <a:gd name="csY4" fmla="*/ 0 h 6200876"/>
              <a:gd name="csX5" fmla="*/ 1339552 w 5182937"/>
              <a:gd name="csY5" fmla="*/ 4014091 h 6200876"/>
              <a:gd name="csX6" fmla="*/ 5182937 w 5182937"/>
              <a:gd name="csY6" fmla="*/ 3036566 h 6200876"/>
              <a:gd name="csX0" fmla="*/ 5182937 w 5182937"/>
              <a:gd name="csY0" fmla="*/ 3036566 h 6200876"/>
              <a:gd name="csX1" fmla="*/ 1423044 w 5182937"/>
              <a:gd name="csY1" fmla="*/ 2179775 h 6200876"/>
              <a:gd name="csX2" fmla="*/ 313868 w 5182937"/>
              <a:gd name="csY2" fmla="*/ 6200876 h 6200876"/>
              <a:gd name="csX3" fmla="*/ 3299429 w 5182937"/>
              <a:gd name="csY3" fmla="*/ 3094609 h 6200876"/>
              <a:gd name="csX4" fmla="*/ 740927 w 5182937"/>
              <a:gd name="csY4" fmla="*/ 0 h 6200876"/>
              <a:gd name="csX5" fmla="*/ 1474305 w 5182937"/>
              <a:gd name="csY5" fmla="*/ 4245098 h 6200876"/>
              <a:gd name="csX6" fmla="*/ 5182937 w 5182937"/>
              <a:gd name="csY6" fmla="*/ 3036566 h 6200876"/>
              <a:gd name="csX0" fmla="*/ 5182937 w 5182937"/>
              <a:gd name="csY0" fmla="*/ 3036566 h 6200876"/>
              <a:gd name="csX1" fmla="*/ 1423044 w 5182937"/>
              <a:gd name="csY1" fmla="*/ 2179775 h 6200876"/>
              <a:gd name="csX2" fmla="*/ 313868 w 5182937"/>
              <a:gd name="csY2" fmla="*/ 6200876 h 6200876"/>
              <a:gd name="csX3" fmla="*/ 3212802 w 5182937"/>
              <a:gd name="csY3" fmla="*/ 3123485 h 6200876"/>
              <a:gd name="csX4" fmla="*/ 740927 w 5182937"/>
              <a:gd name="csY4" fmla="*/ 0 h 6200876"/>
              <a:gd name="csX5" fmla="*/ 1474305 w 5182937"/>
              <a:gd name="csY5" fmla="*/ 4245098 h 6200876"/>
              <a:gd name="csX6" fmla="*/ 5182937 w 5182937"/>
              <a:gd name="csY6" fmla="*/ 3036566 h 6200876"/>
              <a:gd name="csX0" fmla="*/ 5182937 w 5182937"/>
              <a:gd name="csY0" fmla="*/ 3036566 h 6200876"/>
              <a:gd name="csX1" fmla="*/ 1423044 w 5182937"/>
              <a:gd name="csY1" fmla="*/ 2179775 h 6200876"/>
              <a:gd name="csX2" fmla="*/ 313868 w 5182937"/>
              <a:gd name="csY2" fmla="*/ 6200876 h 6200876"/>
              <a:gd name="csX3" fmla="*/ 3212802 w 5182937"/>
              <a:gd name="csY3" fmla="*/ 3123485 h 6200876"/>
              <a:gd name="csX4" fmla="*/ 740927 w 5182937"/>
              <a:gd name="csY4" fmla="*/ 0 h 6200876"/>
              <a:gd name="csX5" fmla="*/ 1387678 w 5182937"/>
              <a:gd name="csY5" fmla="*/ 4283599 h 6200876"/>
              <a:gd name="csX6" fmla="*/ 5182937 w 5182937"/>
              <a:gd name="csY6" fmla="*/ 3036566 h 6200876"/>
              <a:gd name="csX0" fmla="*/ 5232325 w 5232325"/>
              <a:gd name="csY0" fmla="*/ 3036566 h 6200876"/>
              <a:gd name="csX1" fmla="*/ 1337678 w 5232325"/>
              <a:gd name="csY1" fmla="*/ 2006520 h 6200876"/>
              <a:gd name="csX2" fmla="*/ 363256 w 5232325"/>
              <a:gd name="csY2" fmla="*/ 6200876 h 6200876"/>
              <a:gd name="csX3" fmla="*/ 3262190 w 5232325"/>
              <a:gd name="csY3" fmla="*/ 3123485 h 6200876"/>
              <a:gd name="csX4" fmla="*/ 790315 w 5232325"/>
              <a:gd name="csY4" fmla="*/ 0 h 6200876"/>
              <a:gd name="csX5" fmla="*/ 1437066 w 5232325"/>
              <a:gd name="csY5" fmla="*/ 4283599 h 6200876"/>
              <a:gd name="csX6" fmla="*/ 5232325 w 5232325"/>
              <a:gd name="csY6" fmla="*/ 3036566 h 6200876"/>
              <a:gd name="csX0" fmla="*/ 5280053 w 5280053"/>
              <a:gd name="csY0" fmla="*/ 3036566 h 6200876"/>
              <a:gd name="csX1" fmla="*/ 1269903 w 5280053"/>
              <a:gd name="csY1" fmla="*/ 2054646 h 6200876"/>
              <a:gd name="csX2" fmla="*/ 410984 w 5280053"/>
              <a:gd name="csY2" fmla="*/ 6200876 h 6200876"/>
              <a:gd name="csX3" fmla="*/ 3309918 w 5280053"/>
              <a:gd name="csY3" fmla="*/ 3123485 h 6200876"/>
              <a:gd name="csX4" fmla="*/ 838043 w 5280053"/>
              <a:gd name="csY4" fmla="*/ 0 h 6200876"/>
              <a:gd name="csX5" fmla="*/ 1484794 w 5280053"/>
              <a:gd name="csY5" fmla="*/ 4283599 h 6200876"/>
              <a:gd name="csX6" fmla="*/ 5280053 w 5280053"/>
              <a:gd name="csY6" fmla="*/ 3036566 h 6200876"/>
              <a:gd name="csX0" fmla="*/ 5280053 w 5280053"/>
              <a:gd name="csY0" fmla="*/ 3036566 h 6200876"/>
              <a:gd name="csX1" fmla="*/ 1269903 w 5280053"/>
              <a:gd name="csY1" fmla="*/ 2054646 h 6200876"/>
              <a:gd name="csX2" fmla="*/ 410984 w 5280053"/>
              <a:gd name="csY2" fmla="*/ 6200876 h 6200876"/>
              <a:gd name="csX3" fmla="*/ 3281042 w 5280053"/>
              <a:gd name="csY3" fmla="*/ 3306365 h 6200876"/>
              <a:gd name="csX4" fmla="*/ 838043 w 5280053"/>
              <a:gd name="csY4" fmla="*/ 0 h 6200876"/>
              <a:gd name="csX5" fmla="*/ 1484794 w 5280053"/>
              <a:gd name="csY5" fmla="*/ 4283599 h 6200876"/>
              <a:gd name="csX6" fmla="*/ 5280053 w 5280053"/>
              <a:gd name="csY6" fmla="*/ 3036566 h 6200876"/>
              <a:gd name="csX0" fmla="*/ 5280053 w 5280053"/>
              <a:gd name="csY0" fmla="*/ 3036566 h 6200876"/>
              <a:gd name="csX1" fmla="*/ 1269903 w 5280053"/>
              <a:gd name="csY1" fmla="*/ 2054646 h 6200876"/>
              <a:gd name="csX2" fmla="*/ 410984 w 5280053"/>
              <a:gd name="csY2" fmla="*/ 6200876 h 6200876"/>
              <a:gd name="csX3" fmla="*/ 3281042 w 5280053"/>
              <a:gd name="csY3" fmla="*/ 3306365 h 6200876"/>
              <a:gd name="csX4" fmla="*/ 838043 w 5280053"/>
              <a:gd name="csY4" fmla="*/ 0 h 6200876"/>
              <a:gd name="csX5" fmla="*/ 1417417 w 5280053"/>
              <a:gd name="csY5" fmla="*/ 4341351 h 6200876"/>
              <a:gd name="csX6" fmla="*/ 5280053 w 5280053"/>
              <a:gd name="csY6" fmla="*/ 3036566 h 6200876"/>
              <a:gd name="csX0" fmla="*/ 5301386 w 5301386"/>
              <a:gd name="csY0" fmla="*/ 3036566 h 6200876"/>
              <a:gd name="csX1" fmla="*/ 1243110 w 5301386"/>
              <a:gd name="csY1" fmla="*/ 2025771 h 6200876"/>
              <a:gd name="csX2" fmla="*/ 432317 w 5301386"/>
              <a:gd name="csY2" fmla="*/ 6200876 h 6200876"/>
              <a:gd name="csX3" fmla="*/ 3302375 w 5301386"/>
              <a:gd name="csY3" fmla="*/ 3306365 h 6200876"/>
              <a:gd name="csX4" fmla="*/ 859376 w 5301386"/>
              <a:gd name="csY4" fmla="*/ 0 h 6200876"/>
              <a:gd name="csX5" fmla="*/ 1438750 w 5301386"/>
              <a:gd name="csY5" fmla="*/ 4341351 h 6200876"/>
              <a:gd name="csX6" fmla="*/ 5301386 w 5301386"/>
              <a:gd name="csY6" fmla="*/ 3036566 h 62008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301386" h="6200876">
                <a:moveTo>
                  <a:pt x="5301386" y="3036566"/>
                </a:moveTo>
                <a:cubicBezTo>
                  <a:pt x="3920821" y="1282631"/>
                  <a:pt x="2412453" y="1387872"/>
                  <a:pt x="1243110" y="2025771"/>
                </a:cubicBezTo>
                <a:cubicBezTo>
                  <a:pt x="-542517" y="3076457"/>
                  <a:pt x="-7230" y="4867804"/>
                  <a:pt x="432317" y="6200876"/>
                </a:cubicBezTo>
                <a:cubicBezTo>
                  <a:pt x="2386429" y="5837248"/>
                  <a:pt x="3320640" y="5005454"/>
                  <a:pt x="3302375" y="3306365"/>
                </a:cubicBezTo>
                <a:cubicBezTo>
                  <a:pt x="3236687" y="1187129"/>
                  <a:pt x="2197871" y="419353"/>
                  <a:pt x="859376" y="0"/>
                </a:cubicBezTo>
                <a:cubicBezTo>
                  <a:pt x="131314" y="1282462"/>
                  <a:pt x="-354696" y="3434897"/>
                  <a:pt x="1438750" y="4341351"/>
                </a:cubicBezTo>
                <a:cubicBezTo>
                  <a:pt x="3616811" y="5092240"/>
                  <a:pt x="4295870" y="4351587"/>
                  <a:pt x="5301386" y="3036566"/>
                </a:cubicBezTo>
                <a:close/>
              </a:path>
            </a:pathLst>
          </a:custGeom>
          <a:solidFill>
            <a:srgbClr val="5874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685DC4-AF41-4B6A-06F5-B4D15871D877}"/>
              </a:ext>
            </a:extLst>
          </p:cNvPr>
          <p:cNvSpPr txBox="1"/>
          <p:nvPr/>
        </p:nvSpPr>
        <p:spPr>
          <a:xfrm rot="472916">
            <a:off x="7057878" y="1308483"/>
            <a:ext cx="1402350" cy="5521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Biology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1B802B-8DFA-D40C-F41F-3DED392CCFCC}"/>
              </a:ext>
            </a:extLst>
          </p:cNvPr>
          <p:cNvSpPr txBox="1"/>
          <p:nvPr/>
        </p:nvSpPr>
        <p:spPr>
          <a:xfrm rot="19898685">
            <a:off x="6813293" y="4705831"/>
            <a:ext cx="1744557" cy="10254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Math &amp;</a:t>
            </a:r>
          </a:p>
          <a:p>
            <a:pPr algn="ctr"/>
            <a:r>
              <a:rPr lang="en-US" sz="3000" dirty="0">
                <a:solidFill>
                  <a:schemeClr val="bg1"/>
                </a:solidFill>
              </a:rPr>
              <a:t>Statistics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5EC788-E800-FDE2-A651-C3CED854EFF1}"/>
              </a:ext>
            </a:extLst>
          </p:cNvPr>
          <p:cNvSpPr txBox="1"/>
          <p:nvPr/>
        </p:nvSpPr>
        <p:spPr>
          <a:xfrm rot="19074848">
            <a:off x="3337756" y="2646284"/>
            <a:ext cx="1892351" cy="10254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Computer</a:t>
            </a:r>
          </a:p>
          <a:p>
            <a:r>
              <a:rPr lang="en-US" sz="3000" dirty="0">
                <a:solidFill>
                  <a:schemeClr val="bg1"/>
                </a:solidFill>
              </a:rPr>
              <a:t>Science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F57A93-C71A-7E06-999B-8C3F741AA543}"/>
              </a:ext>
            </a:extLst>
          </p:cNvPr>
          <p:cNvSpPr txBox="1"/>
          <p:nvPr/>
        </p:nvSpPr>
        <p:spPr>
          <a:xfrm rot="699858">
            <a:off x="4874166" y="3279042"/>
            <a:ext cx="260975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Bioinformatics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DB9AC8-7A2F-50C9-2DBE-D10D2832EA7A}"/>
              </a:ext>
            </a:extLst>
          </p:cNvPr>
          <p:cNvSpPr txBox="1"/>
          <p:nvPr/>
        </p:nvSpPr>
        <p:spPr>
          <a:xfrm>
            <a:off x="5523707" y="2364600"/>
            <a:ext cx="1992212" cy="788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Advanced Interdisciplinary Coursework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F93E3C-C8FE-E433-7464-EA6D12B0083E}"/>
              </a:ext>
            </a:extLst>
          </p:cNvPr>
          <p:cNvSpPr txBox="1"/>
          <p:nvPr/>
        </p:nvSpPr>
        <p:spPr>
          <a:xfrm>
            <a:off x="5068276" y="1588087"/>
            <a:ext cx="16354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Cross-Domain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Coursework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E184BF-2941-01DB-7FDE-CBED2DDE0B37}"/>
              </a:ext>
            </a:extLst>
          </p:cNvPr>
          <p:cNvSpPr txBox="1"/>
          <p:nvPr/>
        </p:nvSpPr>
        <p:spPr>
          <a:xfrm rot="2353553">
            <a:off x="6261249" y="965666"/>
            <a:ext cx="3171228" cy="1253181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</a:bodyPr>
          <a:lstStyle/>
          <a:p>
            <a:pPr algn="ctr"/>
            <a:r>
              <a:rPr lang="en-US" dirty="0"/>
              <a:t>Domain-Specific Coursework</a:t>
            </a:r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17963273-D456-723D-7794-065DB4E8AFA8}"/>
              </a:ext>
            </a:extLst>
          </p:cNvPr>
          <p:cNvSpPr/>
          <p:nvPr/>
        </p:nvSpPr>
        <p:spPr>
          <a:xfrm>
            <a:off x="4842635" y="1861760"/>
            <a:ext cx="3169375" cy="3073567"/>
          </a:xfrm>
          <a:prstGeom prst="arc">
            <a:avLst>
              <a:gd name="adj1" fmla="val 16873888"/>
              <a:gd name="adj2" fmla="val 13406054"/>
            </a:avLst>
          </a:prstGeom>
          <a:ln w="38100">
            <a:solidFill>
              <a:schemeClr val="bg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306F88C5-8701-7B2B-2D9C-48E2BB1B8714}"/>
              </a:ext>
            </a:extLst>
          </p:cNvPr>
          <p:cNvSpPr/>
          <p:nvPr/>
        </p:nvSpPr>
        <p:spPr>
          <a:xfrm>
            <a:off x="3238078" y="346841"/>
            <a:ext cx="6147660" cy="6074980"/>
          </a:xfrm>
          <a:prstGeom prst="arc">
            <a:avLst>
              <a:gd name="adj1" fmla="val 20370426"/>
              <a:gd name="adj2" fmla="val 16762900"/>
            </a:avLst>
          </a:prstGeom>
          <a:ln w="38100">
            <a:solidFill>
              <a:schemeClr val="tx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590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F924EA-5E49-B737-0A02-E132EEA956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36" y="0"/>
            <a:ext cx="6909016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5658D86-FE2C-073A-40CC-C7BBFE8DFC33}"/>
              </a:ext>
            </a:extLst>
          </p:cNvPr>
          <p:cNvSpPr/>
          <p:nvPr/>
        </p:nvSpPr>
        <p:spPr>
          <a:xfrm>
            <a:off x="619431" y="2064774"/>
            <a:ext cx="934065" cy="884903"/>
          </a:xfrm>
          <a:prstGeom prst="rect">
            <a:avLst/>
          </a:prstGeom>
          <a:solidFill>
            <a:srgbClr val="FFDE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9D90C3-550A-4B24-D3B8-8F3339278BA9}"/>
              </a:ext>
            </a:extLst>
          </p:cNvPr>
          <p:cNvSpPr/>
          <p:nvPr/>
        </p:nvSpPr>
        <p:spPr>
          <a:xfrm>
            <a:off x="771831" y="4385187"/>
            <a:ext cx="934065" cy="884903"/>
          </a:xfrm>
          <a:prstGeom prst="rect">
            <a:avLst/>
          </a:prstGeom>
          <a:solidFill>
            <a:srgbClr val="FFDE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12B347-052F-6961-7DAB-662E9CA93376}"/>
              </a:ext>
            </a:extLst>
          </p:cNvPr>
          <p:cNvSpPr/>
          <p:nvPr/>
        </p:nvSpPr>
        <p:spPr>
          <a:xfrm>
            <a:off x="1902541" y="1745226"/>
            <a:ext cx="934065" cy="884903"/>
          </a:xfrm>
          <a:prstGeom prst="rect">
            <a:avLst/>
          </a:prstGeom>
          <a:solidFill>
            <a:srgbClr val="AAC2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44AD1A-36CA-61D9-7E3E-8715C1635B84}"/>
              </a:ext>
            </a:extLst>
          </p:cNvPr>
          <p:cNvSpPr/>
          <p:nvPr/>
        </p:nvSpPr>
        <p:spPr>
          <a:xfrm>
            <a:off x="2836606" y="1425678"/>
            <a:ext cx="806246" cy="884903"/>
          </a:xfrm>
          <a:prstGeom prst="rect">
            <a:avLst/>
          </a:prstGeom>
          <a:solidFill>
            <a:srgbClr val="AAC2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3ACF29-C95B-78F2-23AB-0B6EE822A5C5}"/>
              </a:ext>
            </a:extLst>
          </p:cNvPr>
          <p:cNvSpPr/>
          <p:nvPr/>
        </p:nvSpPr>
        <p:spPr>
          <a:xfrm>
            <a:off x="2369573" y="5358581"/>
            <a:ext cx="619433" cy="698090"/>
          </a:xfrm>
          <a:prstGeom prst="rect">
            <a:avLst/>
          </a:prstGeom>
          <a:solidFill>
            <a:srgbClr val="FF9F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0EA356-AB4B-78EB-B9F4-0006ED635F96}"/>
              </a:ext>
            </a:extLst>
          </p:cNvPr>
          <p:cNvSpPr/>
          <p:nvPr/>
        </p:nvSpPr>
        <p:spPr>
          <a:xfrm>
            <a:off x="3082411" y="2625212"/>
            <a:ext cx="1179873" cy="688259"/>
          </a:xfrm>
          <a:prstGeom prst="rect">
            <a:avLst/>
          </a:prstGeom>
          <a:solidFill>
            <a:srgbClr val="E8BE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34B3A9-F4CE-61DC-61DA-F21761DD03BD}"/>
              </a:ext>
            </a:extLst>
          </p:cNvPr>
          <p:cNvSpPr/>
          <p:nvPr/>
        </p:nvSpPr>
        <p:spPr>
          <a:xfrm>
            <a:off x="3239729" y="4033683"/>
            <a:ext cx="683341" cy="688259"/>
          </a:xfrm>
          <a:prstGeom prst="rect">
            <a:avLst/>
          </a:prstGeom>
          <a:solidFill>
            <a:srgbClr val="E8BE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C4A4D6-6BEF-E238-6A87-489103B408C7}"/>
              </a:ext>
            </a:extLst>
          </p:cNvPr>
          <p:cNvSpPr/>
          <p:nvPr/>
        </p:nvSpPr>
        <p:spPr>
          <a:xfrm>
            <a:off x="4143528" y="1179870"/>
            <a:ext cx="1569013" cy="688259"/>
          </a:xfrm>
          <a:prstGeom prst="rect">
            <a:avLst/>
          </a:prstGeom>
          <a:solidFill>
            <a:srgbClr val="AAD8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C1D36D-CCBE-2BD0-4DD8-53E6AE3E57A3}"/>
              </a:ext>
            </a:extLst>
          </p:cNvPr>
          <p:cNvSpPr/>
          <p:nvPr/>
        </p:nvSpPr>
        <p:spPr>
          <a:xfrm>
            <a:off x="5127521" y="1745226"/>
            <a:ext cx="806246" cy="688259"/>
          </a:xfrm>
          <a:prstGeom prst="rect">
            <a:avLst/>
          </a:prstGeom>
          <a:solidFill>
            <a:srgbClr val="AAD8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73ABBA-C08C-00FD-AA29-857075A79D35}"/>
              </a:ext>
            </a:extLst>
          </p:cNvPr>
          <p:cNvSpPr/>
          <p:nvPr/>
        </p:nvSpPr>
        <p:spPr>
          <a:xfrm>
            <a:off x="5127521" y="2969341"/>
            <a:ext cx="1091381" cy="688259"/>
          </a:xfrm>
          <a:prstGeom prst="rect">
            <a:avLst/>
          </a:prstGeom>
          <a:solidFill>
            <a:srgbClr val="C79B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2ED867-057C-C89F-7723-82CB694DD445}"/>
              </a:ext>
            </a:extLst>
          </p:cNvPr>
          <p:cNvSpPr/>
          <p:nvPr/>
        </p:nvSpPr>
        <p:spPr>
          <a:xfrm>
            <a:off x="4850690" y="3736257"/>
            <a:ext cx="683342" cy="766917"/>
          </a:xfrm>
          <a:prstGeom prst="rect">
            <a:avLst/>
          </a:prstGeom>
          <a:solidFill>
            <a:srgbClr val="C79B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B20801-9854-27AF-972B-866F5C62BCF4}"/>
              </a:ext>
            </a:extLst>
          </p:cNvPr>
          <p:cNvSpPr/>
          <p:nvPr/>
        </p:nvSpPr>
        <p:spPr>
          <a:xfrm>
            <a:off x="5407743" y="4908752"/>
            <a:ext cx="422785" cy="449829"/>
          </a:xfrm>
          <a:prstGeom prst="rect">
            <a:avLst/>
          </a:prstGeom>
          <a:solidFill>
            <a:srgbClr val="FFB5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0BA224-01AF-8153-A07B-013FE452DE77}"/>
              </a:ext>
            </a:extLst>
          </p:cNvPr>
          <p:cNvSpPr/>
          <p:nvPr/>
        </p:nvSpPr>
        <p:spPr>
          <a:xfrm>
            <a:off x="4505249" y="5133666"/>
            <a:ext cx="422785" cy="449829"/>
          </a:xfrm>
          <a:prstGeom prst="rect">
            <a:avLst/>
          </a:prstGeom>
          <a:solidFill>
            <a:srgbClr val="FFB5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8D0234-9B65-FF22-C0D7-DCC6922827C7}"/>
              </a:ext>
            </a:extLst>
          </p:cNvPr>
          <p:cNvSpPr/>
          <p:nvPr/>
        </p:nvSpPr>
        <p:spPr>
          <a:xfrm>
            <a:off x="4362301" y="6056671"/>
            <a:ext cx="422785" cy="449829"/>
          </a:xfrm>
          <a:prstGeom prst="rect">
            <a:avLst/>
          </a:prstGeom>
          <a:solidFill>
            <a:srgbClr val="FFB5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B7F283-6E2F-FD2F-7F8E-78101A992DCF}"/>
              </a:ext>
            </a:extLst>
          </p:cNvPr>
          <p:cNvSpPr/>
          <p:nvPr/>
        </p:nvSpPr>
        <p:spPr>
          <a:xfrm>
            <a:off x="3146323" y="6076335"/>
            <a:ext cx="422785" cy="619433"/>
          </a:xfrm>
          <a:prstGeom prst="rect">
            <a:avLst/>
          </a:prstGeom>
          <a:solidFill>
            <a:srgbClr val="FFB5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8869E50-31AC-FDFA-3B12-042AD4B8434C}"/>
              </a:ext>
            </a:extLst>
          </p:cNvPr>
          <p:cNvSpPr/>
          <p:nvPr/>
        </p:nvSpPr>
        <p:spPr>
          <a:xfrm rot="5758182">
            <a:off x="1892708" y="732505"/>
            <a:ext cx="1125795" cy="747252"/>
          </a:xfrm>
          <a:prstGeom prst="ellipse">
            <a:avLst/>
          </a:prstGeom>
          <a:solidFill>
            <a:srgbClr val="AAC2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035647C-6145-B489-620B-124A520E50FF}"/>
              </a:ext>
            </a:extLst>
          </p:cNvPr>
          <p:cNvSpPr/>
          <p:nvPr/>
        </p:nvSpPr>
        <p:spPr>
          <a:xfrm rot="3524356">
            <a:off x="1980942" y="4546927"/>
            <a:ext cx="1125795" cy="829705"/>
          </a:xfrm>
          <a:prstGeom prst="ellipse">
            <a:avLst/>
          </a:prstGeom>
          <a:solidFill>
            <a:srgbClr val="FF9F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CA74F6-2346-A2D3-6964-EA86AEF96B29}"/>
              </a:ext>
            </a:extLst>
          </p:cNvPr>
          <p:cNvSpPr txBox="1"/>
          <p:nvPr/>
        </p:nvSpPr>
        <p:spPr>
          <a:xfrm>
            <a:off x="491987" y="2644255"/>
            <a:ext cx="1061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CSIT 512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1214FF-54EB-DFCA-FE79-F38BAAB6375A}"/>
              </a:ext>
            </a:extLst>
          </p:cNvPr>
          <p:cNvSpPr txBox="1"/>
          <p:nvPr/>
        </p:nvSpPr>
        <p:spPr>
          <a:xfrm>
            <a:off x="4765983" y="1314753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BMS 501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9E657C-B2AE-5C62-0D14-FF5E4B8EBD39}"/>
              </a:ext>
            </a:extLst>
          </p:cNvPr>
          <p:cNvSpPr txBox="1"/>
          <p:nvPr/>
        </p:nvSpPr>
        <p:spPr>
          <a:xfrm>
            <a:off x="4352646" y="5143654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BIFX 503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6B9C77-CDEC-68B1-3EFD-DB77C89C7D97}"/>
              </a:ext>
            </a:extLst>
          </p:cNvPr>
          <p:cNvSpPr txBox="1"/>
          <p:nvPr/>
        </p:nvSpPr>
        <p:spPr>
          <a:xfrm>
            <a:off x="4928034" y="3275526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BIFX 504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1904AB-BB66-9500-BDEF-C797B6BF5602}"/>
              </a:ext>
            </a:extLst>
          </p:cNvPr>
          <p:cNvSpPr txBox="1"/>
          <p:nvPr/>
        </p:nvSpPr>
        <p:spPr>
          <a:xfrm>
            <a:off x="3377501" y="4352610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BIFX 545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A52509-EA93-B912-F54C-23F1DC722F38}"/>
              </a:ext>
            </a:extLst>
          </p:cNvPr>
          <p:cNvSpPr txBox="1"/>
          <p:nvPr/>
        </p:nvSpPr>
        <p:spPr>
          <a:xfrm>
            <a:off x="2191447" y="1383267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BIFX 550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583FDF-08B9-C384-C1AD-B633291DD4D7}"/>
              </a:ext>
            </a:extLst>
          </p:cNvPr>
          <p:cNvSpPr txBox="1"/>
          <p:nvPr/>
        </p:nvSpPr>
        <p:spPr>
          <a:xfrm>
            <a:off x="1999565" y="4712113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BIFX 551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2E8EBE-124E-87C8-438E-51506AB731B2}"/>
              </a:ext>
            </a:extLst>
          </p:cNvPr>
          <p:cNvSpPr txBox="1"/>
          <p:nvPr/>
        </p:nvSpPr>
        <p:spPr>
          <a:xfrm>
            <a:off x="3054662" y="3847224"/>
            <a:ext cx="10727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BIFX 552</a:t>
            </a:r>
          </a:p>
          <a:p>
            <a:r>
              <a:rPr lang="en-US" b="1" dirty="0"/>
              <a:t>BIFX 553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A4F0D0-244A-046A-6DD3-DF330D289797}"/>
              </a:ext>
            </a:extLst>
          </p:cNvPr>
          <p:cNvSpPr txBox="1"/>
          <p:nvPr/>
        </p:nvSpPr>
        <p:spPr>
          <a:xfrm>
            <a:off x="853180" y="4119715"/>
            <a:ext cx="7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 530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3D496D-8DAB-5B99-9983-DBCBC601027D}"/>
              </a:ext>
            </a:extLst>
          </p:cNvPr>
          <p:cNvSpPr txBox="1"/>
          <p:nvPr/>
        </p:nvSpPr>
        <p:spPr>
          <a:xfrm>
            <a:off x="2360605" y="3094664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BIFX 546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7480460-4497-F8D5-0F30-70E3D4E98729}"/>
              </a:ext>
            </a:extLst>
          </p:cNvPr>
          <p:cNvSpPr txBox="1"/>
          <p:nvPr/>
        </p:nvSpPr>
        <p:spPr>
          <a:xfrm>
            <a:off x="797662" y="4510236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BIFX 547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CD2055-1DE3-D995-0D12-27AD9925737D}"/>
              </a:ext>
            </a:extLst>
          </p:cNvPr>
          <p:cNvSpPr txBox="1"/>
          <p:nvPr/>
        </p:nvSpPr>
        <p:spPr>
          <a:xfrm>
            <a:off x="3294021" y="2784718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BIFX 572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6076070-FC13-A51F-7616-0FFF66D53024}"/>
              </a:ext>
            </a:extLst>
          </p:cNvPr>
          <p:cNvSpPr txBox="1"/>
          <p:nvPr/>
        </p:nvSpPr>
        <p:spPr>
          <a:xfrm>
            <a:off x="7401003" y="576089"/>
            <a:ext cx="35033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Foundations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Life Sciences (</a:t>
            </a:r>
            <a:r>
              <a:rPr lang="en-US" i="1" dirty="0"/>
              <a:t>BMS 501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Computer Sciences (</a:t>
            </a:r>
            <a:r>
              <a:rPr lang="en-US" i="1" dirty="0"/>
              <a:t>CSIT 512</a:t>
            </a:r>
            <a:r>
              <a:rPr lang="en-US" dirty="0"/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ED3010-0B33-F66A-58F1-83237BB30398}"/>
              </a:ext>
            </a:extLst>
          </p:cNvPr>
          <p:cNvSpPr txBox="1"/>
          <p:nvPr/>
        </p:nvSpPr>
        <p:spPr>
          <a:xfrm>
            <a:off x="7418436" y="1660938"/>
            <a:ext cx="430611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Required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Intro Classes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Biostats (BIFX 503)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Molecular Biology (BIFX 504)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Reproducible Research (BIFX 545)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Functional Genomics (BIFX 550)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Programming for BIFX (BIFX 551)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Advanced Classes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BIFX Data Skills (BIFX 552)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Applied Data Science (BIFX 553)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Capstone or Thesis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AAE25F5-C03C-4583-71C4-5090BED63BA4}"/>
              </a:ext>
            </a:extLst>
          </p:cNvPr>
          <p:cNvSpPr txBox="1"/>
          <p:nvPr/>
        </p:nvSpPr>
        <p:spPr>
          <a:xfrm>
            <a:off x="7401003" y="4961779"/>
            <a:ext cx="383053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Electives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Machine Learning (BIFX 546)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AI and Web-based BIFX (BIFX 547)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Genomics Practicum (BIFX 572)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Database Systems (IT 530)</a:t>
            </a:r>
          </a:p>
        </p:txBody>
      </p:sp>
    </p:spTree>
    <p:extLst>
      <p:ext uri="{BB962C8B-B14F-4D97-AF65-F5344CB8AC3E}">
        <p14:creationId xmlns:p14="http://schemas.microsoft.com/office/powerpoint/2010/main" val="622391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4443</TotalTime>
  <Words>171</Words>
  <Application>Microsoft Office PowerPoint</Application>
  <PresentationFormat>Widescreen</PresentationFormat>
  <Paragraphs>65</Paragraphs>
  <Slides>3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Johnson, Randall</dc:creator>
  <cp:lastModifiedBy>Johnson, Randall</cp:lastModifiedBy>
  <cp:revision>1</cp:revision>
  <dcterms:created xsi:type="dcterms:W3CDTF">2026-03-05T15:43:20Z</dcterms:created>
  <dcterms:modified xsi:type="dcterms:W3CDTF">2026-10-01T15:47:19Z</dcterms:modified>
</cp:coreProperties>
</file>