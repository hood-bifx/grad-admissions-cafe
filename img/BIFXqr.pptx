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5D50AB-78FE-4B2B-9D51-4D2D78589A03}" v="4" dt="2026-07-10T18:22:10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son, Randall" userId="ca2a9510-4177-4989-a82b-83511f3dbcf6" providerId="ADAL" clId="{9E56FBCC-9D2B-4AC3-B084-603993C68A6A}"/>
    <pc:docChg chg="undo custSel addSld delSld modSld">
      <pc:chgData name="Johnson, Randall" userId="ca2a9510-4177-4989-a82b-83511f3dbcf6" providerId="ADAL" clId="{9E56FBCC-9D2B-4AC3-B084-603993C68A6A}" dt="2026-07-10T18:22:19.600" v="83" actId="1076"/>
      <pc:docMkLst>
        <pc:docMk/>
      </pc:docMkLst>
      <pc:sldChg chg="delSp modSp del mod">
        <pc:chgData name="Johnson, Randall" userId="ca2a9510-4177-4989-a82b-83511f3dbcf6" providerId="ADAL" clId="{9E56FBCC-9D2B-4AC3-B084-603993C68A6A}" dt="2026-07-10T18:20:08.932" v="71" actId="2696"/>
        <pc:sldMkLst>
          <pc:docMk/>
          <pc:sldMk cId="1659215963" sldId="256"/>
        </pc:sldMkLst>
        <pc:grpChg chg="mod">
          <ac:chgData name="Johnson, Randall" userId="ca2a9510-4177-4989-a82b-83511f3dbcf6" providerId="ADAL" clId="{9E56FBCC-9D2B-4AC3-B084-603993C68A6A}" dt="2026-07-10T18:18:15.314" v="65" actId="1036"/>
          <ac:grpSpMkLst>
            <pc:docMk/>
            <pc:sldMk cId="1659215963" sldId="256"/>
            <ac:grpSpMk id="13" creationId="{0E4FA988-2807-4A02-F9FD-5E9B4E2473BC}"/>
          </ac:grpSpMkLst>
        </pc:grpChg>
        <pc:picChg chg="del mod">
          <ac:chgData name="Johnson, Randall" userId="ca2a9510-4177-4989-a82b-83511f3dbcf6" providerId="ADAL" clId="{9E56FBCC-9D2B-4AC3-B084-603993C68A6A}" dt="2026-07-10T18:20:02.089" v="70" actId="478"/>
          <ac:picMkLst>
            <pc:docMk/>
            <pc:sldMk cId="1659215963" sldId="256"/>
            <ac:picMk id="5" creationId="{792FF8E1-F1B0-90AE-2937-44935CE14B39}"/>
          </ac:picMkLst>
        </pc:picChg>
      </pc:sldChg>
      <pc:sldChg chg="modSp mod">
        <pc:chgData name="Johnson, Randall" userId="ca2a9510-4177-4989-a82b-83511f3dbcf6" providerId="ADAL" clId="{9E56FBCC-9D2B-4AC3-B084-603993C68A6A}" dt="2026-07-10T18:20:33.824" v="75" actId="1076"/>
        <pc:sldMkLst>
          <pc:docMk/>
          <pc:sldMk cId="412672971" sldId="257"/>
        </pc:sldMkLst>
        <pc:grpChg chg="mod">
          <ac:chgData name="Johnson, Randall" userId="ca2a9510-4177-4989-a82b-83511f3dbcf6" providerId="ADAL" clId="{9E56FBCC-9D2B-4AC3-B084-603993C68A6A}" dt="2026-07-10T18:20:33.824" v="75" actId="1076"/>
          <ac:grpSpMkLst>
            <pc:docMk/>
            <pc:sldMk cId="412672971" sldId="257"/>
            <ac:grpSpMk id="13" creationId="{D7B41A23-79FA-282E-DA36-C6C8E0677EEC}"/>
          </ac:grpSpMkLst>
        </pc:grpChg>
      </pc:sldChg>
      <pc:sldChg chg="addSp modSp mod">
        <pc:chgData name="Johnson, Randall" userId="ca2a9510-4177-4989-a82b-83511f3dbcf6" providerId="ADAL" clId="{9E56FBCC-9D2B-4AC3-B084-603993C68A6A}" dt="2026-07-10T18:22:19.600" v="83" actId="1076"/>
        <pc:sldMkLst>
          <pc:docMk/>
          <pc:sldMk cId="1423162652" sldId="258"/>
        </pc:sldMkLst>
        <pc:spChg chg="mod">
          <ac:chgData name="Johnson, Randall" userId="ca2a9510-4177-4989-a82b-83511f3dbcf6" providerId="ADAL" clId="{9E56FBCC-9D2B-4AC3-B084-603993C68A6A}" dt="2026-07-10T18:21:55.141" v="78" actId="164"/>
          <ac:spMkLst>
            <pc:docMk/>
            <pc:sldMk cId="1423162652" sldId="258"/>
            <ac:spMk id="12" creationId="{E23530DC-9659-D231-6D4E-D7A060A019BF}"/>
          </ac:spMkLst>
        </pc:spChg>
        <pc:grpChg chg="add mod">
          <ac:chgData name="Johnson, Randall" userId="ca2a9510-4177-4989-a82b-83511f3dbcf6" providerId="ADAL" clId="{9E56FBCC-9D2B-4AC3-B084-603993C68A6A}" dt="2026-07-10T18:22:19.600" v="83" actId="1076"/>
          <ac:grpSpMkLst>
            <pc:docMk/>
            <pc:sldMk cId="1423162652" sldId="258"/>
            <ac:grpSpMk id="2" creationId="{8F37D60D-B54F-B863-9D7C-E43C4E41F305}"/>
          </ac:grpSpMkLst>
        </pc:grpChg>
        <pc:picChg chg="mod">
          <ac:chgData name="Johnson, Randall" userId="ca2a9510-4177-4989-a82b-83511f3dbcf6" providerId="ADAL" clId="{9E56FBCC-9D2B-4AC3-B084-603993C68A6A}" dt="2026-07-10T18:21:55.141" v="78" actId="164"/>
          <ac:picMkLst>
            <pc:docMk/>
            <pc:sldMk cId="1423162652" sldId="258"/>
            <ac:picMk id="3" creationId="{448A938D-7396-C975-BD0E-B352D6D67B80}"/>
          </ac:picMkLst>
        </pc:picChg>
      </pc:sldChg>
      <pc:sldChg chg="addSp delSp add del mod">
        <pc:chgData name="Johnson, Randall" userId="ca2a9510-4177-4989-a82b-83511f3dbcf6" providerId="ADAL" clId="{9E56FBCC-9D2B-4AC3-B084-603993C68A6A}" dt="2026-07-10T18:20:14.069" v="72" actId="2696"/>
        <pc:sldMkLst>
          <pc:docMk/>
          <pc:sldMk cId="3561424484" sldId="259"/>
        </pc:sldMkLst>
        <pc:grpChg chg="del">
          <ac:chgData name="Johnson, Randall" userId="ca2a9510-4177-4989-a82b-83511f3dbcf6" providerId="ADAL" clId="{9E56FBCC-9D2B-4AC3-B084-603993C68A6A}" dt="2026-07-10T18:18:39.328" v="67" actId="478"/>
          <ac:grpSpMkLst>
            <pc:docMk/>
            <pc:sldMk cId="3561424484" sldId="259"/>
            <ac:grpSpMk id="13" creationId="{28A71CB0-553F-2BF6-FB53-8C7306A45199}"/>
          </ac:grpSpMkLst>
        </pc:grpChg>
        <pc:picChg chg="add del">
          <ac:chgData name="Johnson, Randall" userId="ca2a9510-4177-4989-a82b-83511f3dbcf6" providerId="ADAL" clId="{9E56FBCC-9D2B-4AC3-B084-603993C68A6A}" dt="2026-07-10T18:18:50.498" v="69" actId="478"/>
          <ac:picMkLst>
            <pc:docMk/>
            <pc:sldMk cId="3561424484" sldId="259"/>
            <ac:picMk id="5" creationId="{5C5326CD-671B-A59C-9B19-5D295F2168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D43C-C65D-226E-A0C0-767136DD0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B17CB-4C4F-677D-0691-7C93999C4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061C0-798A-E5CD-544F-9A0E4C2B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881D-BE00-4A96-A820-31B29B2F6EC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673BA-7739-1E11-35D5-28AA69F9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F1C68-DECC-A658-900E-A182A2E55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00D-5DB9-4BE6-94EB-65862FB2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65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A51A9-E7CD-7F61-EFAC-93C0DED9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177B7-DE91-1966-72B4-000FC0C14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9B50C-8743-DB54-CB34-6551AB8D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881D-BE00-4A96-A820-31B29B2F6EC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AE3B4-2DE6-14B4-759B-D32CA3FB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A89A1-264B-6FCD-5278-5C6ED3CB6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00D-5DB9-4BE6-94EB-65862FB2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63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4C21D-0358-0FE6-CE46-43C99EAD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F1D24-5B19-4149-0F8F-1B96CDB62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A2731-25AE-4BC5-9BEF-4A0B9951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881D-BE00-4A96-A820-31B29B2F6EC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E6DB0-E349-46EC-101E-3DF2C039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D1EAC-09F1-F4C8-F322-20A10DD7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00D-5DB9-4BE6-94EB-65862FB2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4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C2831-51BD-0045-C608-9906F4F1D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20918-9403-5BD2-078E-C5BB3275E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A5B94-8573-14FD-A6A3-4D8DF240C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69569-5CBA-1ADF-66A5-DCEEF7DBB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881D-BE00-4A96-A820-31B29B2F6EC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40344-092C-067C-A29C-F46F6EDA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5B000-368D-6978-8A8C-440B78FD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00D-5DB9-4BE6-94EB-65862FB2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4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BA0A3-F206-F0E2-C8DB-66CDC3EEC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3B1C4-F55E-0729-E95C-9E3E507E9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E9EB7-DEDD-959B-4818-79C4FA86D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A5FDB-3DD5-0B4E-6EF5-2B11F918C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D65D6-B7A8-FB2B-5233-1A89DF815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39701-D9FA-F96F-CE0B-99105125C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881D-BE00-4A96-A820-31B29B2F6EC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23EFC-0798-1CEC-349F-A3FD38D9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98C43-10A2-BCE0-9AA5-8EB80581C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00D-5DB9-4BE6-94EB-65862FB2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1BF8-C8E3-3705-5747-990B643D8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2EA85-89EE-DC2E-D625-58A70BA8A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881D-BE00-4A96-A820-31B29B2F6EC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1C339-E23E-19C2-FF55-B46F17958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238B4-B306-F60F-E46E-D034444D2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00D-5DB9-4BE6-94EB-65862FB2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1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5B73C4-0441-0B45-627D-7CABB3A3C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881D-BE00-4A96-A820-31B29B2F6EC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7F5AC0-D300-0C9D-36BD-4DF076D6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07EB3-8446-BA1B-B39D-677599B4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00D-5DB9-4BE6-94EB-65862FB2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98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7B24C-3352-3AE4-B7CE-07F7A8B1C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7B8AD-7476-5521-923E-EB73789CB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5B07E-F504-2901-22CB-E1E950AA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A5E23-41B9-6412-21C0-4EE87BE4F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881D-BE00-4A96-A820-31B29B2F6EC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FBCD0-AA17-A431-2417-D25534F25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75AD-B183-EDDA-DA37-EF403DC1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00D-5DB9-4BE6-94EB-65862FB2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2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49B11-A08D-D752-8023-6ABAA0A57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663ACA-236F-AE61-48DA-B994FC97F2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77930-E81B-7473-599C-ACDE34030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914AD-6418-B78C-29CB-437AA8F21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881D-BE00-4A96-A820-31B29B2F6EC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A7CDA-2F9C-F286-CC91-58F8B9BE1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2B15F-EB07-1586-9391-6013E331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00D-5DB9-4BE6-94EB-65862FB2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83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B412-7D92-DCB0-7DA9-1B42D53F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E4E70-0976-6AC1-2593-23644DCCA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3A9D2-B5F8-5252-C671-6D452A1BC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881D-BE00-4A96-A820-31B29B2F6EC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3615C-9F5C-556B-A938-E4FEC1379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8287A-1504-92F9-EB66-54410A530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00D-5DB9-4BE6-94EB-65862FB2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08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6A6B35-0EC1-82EE-82C5-C543094F2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A1723-4F8C-EB84-BBAD-3E628B545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AABF6-35FD-37BF-2001-93C38E2FA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881D-BE00-4A96-A820-31B29B2F6EC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5775E-D0E8-A22F-23A8-50B3F0F0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31B1D-4216-A5B8-9D91-B5F015F10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CC00D-5DB9-4BE6-94EB-65862FB2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4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B2DD74-8572-A042-39F2-BB8DD406F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9308B-23C0-7D48-120B-3DB9526C3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730C3-A67A-B0D7-6020-8F4C515EBC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70881D-BE00-4A96-A820-31B29B2F6EC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ACA51-E52E-B1E4-961F-42A61D1CB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F3029-23E8-F29B-2F00-EE2B41C73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CC00D-5DB9-4BE6-94EB-65862FB28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74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07FDA-B7BE-9A8A-95B7-3586265C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370C20D-AB64-6B93-E50B-3ED16A253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416" y="1047417"/>
            <a:ext cx="4763165" cy="476316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7B41A23-79FA-282E-DA36-C6C8E0677EEC}"/>
              </a:ext>
            </a:extLst>
          </p:cNvPr>
          <p:cNvGrpSpPr>
            <a:grpSpLocks noChangeAspect="1"/>
          </p:cNvGrpSpPr>
          <p:nvPr/>
        </p:nvGrpSpPr>
        <p:grpSpPr>
          <a:xfrm>
            <a:off x="5317234" y="2562117"/>
            <a:ext cx="1557532" cy="1733766"/>
            <a:chOff x="672723" y="1959865"/>
            <a:chExt cx="1834900" cy="204251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57C6CE7-A14D-1B59-35F1-BA3BA5D256BC}"/>
                </a:ext>
              </a:extLst>
            </p:cNvPr>
            <p:cNvSpPr/>
            <p:nvPr/>
          </p:nvSpPr>
          <p:spPr>
            <a:xfrm>
              <a:off x="712309" y="1999367"/>
              <a:ext cx="1727509" cy="1958272"/>
            </a:xfrm>
            <a:custGeom>
              <a:avLst/>
              <a:gdLst>
                <a:gd name="csX0" fmla="*/ 0 w 1682750"/>
                <a:gd name="csY0" fmla="*/ 0 h 792163"/>
                <a:gd name="csX1" fmla="*/ 1682750 w 1682750"/>
                <a:gd name="csY1" fmla="*/ 3175 h 792163"/>
                <a:gd name="csX2" fmla="*/ 808037 w 1682750"/>
                <a:gd name="csY2" fmla="*/ 792163 h 792163"/>
                <a:gd name="csX3" fmla="*/ 0 w 1682750"/>
                <a:gd name="csY3" fmla="*/ 0 h 792163"/>
                <a:gd name="csX0" fmla="*/ 0 w 1682750"/>
                <a:gd name="csY0" fmla="*/ 0 h 1785938"/>
                <a:gd name="csX1" fmla="*/ 1682750 w 1682750"/>
                <a:gd name="csY1" fmla="*/ 3175 h 1785938"/>
                <a:gd name="csX2" fmla="*/ 839787 w 1682750"/>
                <a:gd name="csY2" fmla="*/ 1785938 h 1785938"/>
                <a:gd name="csX3" fmla="*/ 0 w 1682750"/>
                <a:gd name="csY3" fmla="*/ 0 h 1785938"/>
                <a:gd name="csX0" fmla="*/ 0 w 1682750"/>
                <a:gd name="csY0" fmla="*/ 0 h 1785938"/>
                <a:gd name="csX1" fmla="*/ 1682750 w 1682750"/>
                <a:gd name="csY1" fmla="*/ 3175 h 1785938"/>
                <a:gd name="csX2" fmla="*/ 839787 w 1682750"/>
                <a:gd name="csY2" fmla="*/ 1785938 h 1785938"/>
                <a:gd name="csX3" fmla="*/ 0 w 1682750"/>
                <a:gd name="csY3" fmla="*/ 0 h 1785938"/>
                <a:gd name="csX0" fmla="*/ 0 w 1697519"/>
                <a:gd name="csY0" fmla="*/ 0 h 1785938"/>
                <a:gd name="csX1" fmla="*/ 1682750 w 1697519"/>
                <a:gd name="csY1" fmla="*/ 3175 h 1785938"/>
                <a:gd name="csX2" fmla="*/ 839787 w 1697519"/>
                <a:gd name="csY2" fmla="*/ 1785938 h 1785938"/>
                <a:gd name="csX3" fmla="*/ 0 w 1697519"/>
                <a:gd name="csY3" fmla="*/ 0 h 1785938"/>
                <a:gd name="csX0" fmla="*/ 0 w 1698455"/>
                <a:gd name="csY0" fmla="*/ 0 h 1785938"/>
                <a:gd name="csX1" fmla="*/ 1682750 w 1698455"/>
                <a:gd name="csY1" fmla="*/ 3175 h 1785938"/>
                <a:gd name="csX2" fmla="*/ 839787 w 1698455"/>
                <a:gd name="csY2" fmla="*/ 1785938 h 1785938"/>
                <a:gd name="csX3" fmla="*/ 0 w 1698455"/>
                <a:gd name="csY3" fmla="*/ 0 h 1785938"/>
                <a:gd name="csX0" fmla="*/ 0 w 1698455"/>
                <a:gd name="csY0" fmla="*/ 0 h 1785938"/>
                <a:gd name="csX1" fmla="*/ 1682750 w 1698455"/>
                <a:gd name="csY1" fmla="*/ 3175 h 1785938"/>
                <a:gd name="csX2" fmla="*/ 839787 w 1698455"/>
                <a:gd name="csY2" fmla="*/ 1785938 h 1785938"/>
                <a:gd name="csX3" fmla="*/ 0 w 1698455"/>
                <a:gd name="csY3" fmla="*/ 0 h 1785938"/>
                <a:gd name="csX0" fmla="*/ 29054 w 1727509"/>
                <a:gd name="csY0" fmla="*/ 0 h 1785938"/>
                <a:gd name="csX1" fmla="*/ 1711804 w 1727509"/>
                <a:gd name="csY1" fmla="*/ 3175 h 1785938"/>
                <a:gd name="csX2" fmla="*/ 868841 w 1727509"/>
                <a:gd name="csY2" fmla="*/ 1785938 h 1785938"/>
                <a:gd name="csX3" fmla="*/ 29054 w 1727509"/>
                <a:gd name="csY3" fmla="*/ 0 h 1785938"/>
                <a:gd name="csX0" fmla="*/ 29054 w 1727509"/>
                <a:gd name="csY0" fmla="*/ 89256 h 1875194"/>
                <a:gd name="csX1" fmla="*/ 1711804 w 1727509"/>
                <a:gd name="csY1" fmla="*/ 92431 h 1875194"/>
                <a:gd name="csX2" fmla="*/ 868841 w 1727509"/>
                <a:gd name="csY2" fmla="*/ 1875194 h 1875194"/>
                <a:gd name="csX3" fmla="*/ 29054 w 1727509"/>
                <a:gd name="csY3" fmla="*/ 89256 h 1875194"/>
                <a:gd name="csX0" fmla="*/ 29054 w 1727509"/>
                <a:gd name="csY0" fmla="*/ 166576 h 1952514"/>
                <a:gd name="csX1" fmla="*/ 1711804 w 1727509"/>
                <a:gd name="csY1" fmla="*/ 169751 h 1952514"/>
                <a:gd name="csX2" fmla="*/ 868841 w 1727509"/>
                <a:gd name="csY2" fmla="*/ 1952514 h 1952514"/>
                <a:gd name="csX3" fmla="*/ 29054 w 1727509"/>
                <a:gd name="csY3" fmla="*/ 166576 h 1952514"/>
                <a:gd name="csX0" fmla="*/ 29054 w 1727509"/>
                <a:gd name="csY0" fmla="*/ 172334 h 1958272"/>
                <a:gd name="csX1" fmla="*/ 1711804 w 1727509"/>
                <a:gd name="csY1" fmla="*/ 175509 h 1958272"/>
                <a:gd name="csX2" fmla="*/ 868841 w 1727509"/>
                <a:gd name="csY2" fmla="*/ 1958272 h 1958272"/>
                <a:gd name="csX3" fmla="*/ 29054 w 1727509"/>
                <a:gd name="csY3" fmla="*/ 172334 h 1958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27509" h="1958272">
                  <a:moveTo>
                    <a:pt x="29054" y="172334"/>
                  </a:moveTo>
                  <a:cubicBezTo>
                    <a:pt x="628071" y="-45683"/>
                    <a:pt x="1150887" y="-70024"/>
                    <a:pt x="1711804" y="175509"/>
                  </a:cubicBezTo>
                  <a:cubicBezTo>
                    <a:pt x="1783241" y="1328563"/>
                    <a:pt x="1629254" y="1538643"/>
                    <a:pt x="868841" y="1958272"/>
                  </a:cubicBezTo>
                  <a:cubicBezTo>
                    <a:pt x="207912" y="1623309"/>
                    <a:pt x="-100592" y="1256597"/>
                    <a:pt x="29054" y="17233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59B5E1-C6CC-3199-27D5-7F354838D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723" y="1959865"/>
              <a:ext cx="1834900" cy="20425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672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FBD28-A139-1C66-4461-6FD50F313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7551FCB-F10E-BEC7-9B4B-B5B49F339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416" y="1047417"/>
            <a:ext cx="4763165" cy="476316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F37D60D-B54F-B863-9D7C-E43C4E41F305}"/>
              </a:ext>
            </a:extLst>
          </p:cNvPr>
          <p:cNvGrpSpPr>
            <a:grpSpLocks noChangeAspect="1"/>
          </p:cNvGrpSpPr>
          <p:nvPr/>
        </p:nvGrpSpPr>
        <p:grpSpPr>
          <a:xfrm>
            <a:off x="5313231" y="2560319"/>
            <a:ext cx="1565534" cy="1737360"/>
            <a:chOff x="5177279" y="2591441"/>
            <a:chExt cx="1837442" cy="203911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23530DC-9659-D231-6D4E-D7A060A019BF}"/>
                </a:ext>
              </a:extLst>
            </p:cNvPr>
            <p:cNvSpPr/>
            <p:nvPr/>
          </p:nvSpPr>
          <p:spPr>
            <a:xfrm>
              <a:off x="5218134" y="2628017"/>
              <a:ext cx="1727509" cy="1958272"/>
            </a:xfrm>
            <a:custGeom>
              <a:avLst/>
              <a:gdLst>
                <a:gd name="csX0" fmla="*/ 0 w 1682750"/>
                <a:gd name="csY0" fmla="*/ 0 h 792163"/>
                <a:gd name="csX1" fmla="*/ 1682750 w 1682750"/>
                <a:gd name="csY1" fmla="*/ 3175 h 792163"/>
                <a:gd name="csX2" fmla="*/ 808037 w 1682750"/>
                <a:gd name="csY2" fmla="*/ 792163 h 792163"/>
                <a:gd name="csX3" fmla="*/ 0 w 1682750"/>
                <a:gd name="csY3" fmla="*/ 0 h 792163"/>
                <a:gd name="csX0" fmla="*/ 0 w 1682750"/>
                <a:gd name="csY0" fmla="*/ 0 h 1785938"/>
                <a:gd name="csX1" fmla="*/ 1682750 w 1682750"/>
                <a:gd name="csY1" fmla="*/ 3175 h 1785938"/>
                <a:gd name="csX2" fmla="*/ 839787 w 1682750"/>
                <a:gd name="csY2" fmla="*/ 1785938 h 1785938"/>
                <a:gd name="csX3" fmla="*/ 0 w 1682750"/>
                <a:gd name="csY3" fmla="*/ 0 h 1785938"/>
                <a:gd name="csX0" fmla="*/ 0 w 1682750"/>
                <a:gd name="csY0" fmla="*/ 0 h 1785938"/>
                <a:gd name="csX1" fmla="*/ 1682750 w 1682750"/>
                <a:gd name="csY1" fmla="*/ 3175 h 1785938"/>
                <a:gd name="csX2" fmla="*/ 839787 w 1682750"/>
                <a:gd name="csY2" fmla="*/ 1785938 h 1785938"/>
                <a:gd name="csX3" fmla="*/ 0 w 1682750"/>
                <a:gd name="csY3" fmla="*/ 0 h 1785938"/>
                <a:gd name="csX0" fmla="*/ 0 w 1697519"/>
                <a:gd name="csY0" fmla="*/ 0 h 1785938"/>
                <a:gd name="csX1" fmla="*/ 1682750 w 1697519"/>
                <a:gd name="csY1" fmla="*/ 3175 h 1785938"/>
                <a:gd name="csX2" fmla="*/ 839787 w 1697519"/>
                <a:gd name="csY2" fmla="*/ 1785938 h 1785938"/>
                <a:gd name="csX3" fmla="*/ 0 w 1697519"/>
                <a:gd name="csY3" fmla="*/ 0 h 1785938"/>
                <a:gd name="csX0" fmla="*/ 0 w 1698455"/>
                <a:gd name="csY0" fmla="*/ 0 h 1785938"/>
                <a:gd name="csX1" fmla="*/ 1682750 w 1698455"/>
                <a:gd name="csY1" fmla="*/ 3175 h 1785938"/>
                <a:gd name="csX2" fmla="*/ 839787 w 1698455"/>
                <a:gd name="csY2" fmla="*/ 1785938 h 1785938"/>
                <a:gd name="csX3" fmla="*/ 0 w 1698455"/>
                <a:gd name="csY3" fmla="*/ 0 h 1785938"/>
                <a:gd name="csX0" fmla="*/ 0 w 1698455"/>
                <a:gd name="csY0" fmla="*/ 0 h 1785938"/>
                <a:gd name="csX1" fmla="*/ 1682750 w 1698455"/>
                <a:gd name="csY1" fmla="*/ 3175 h 1785938"/>
                <a:gd name="csX2" fmla="*/ 839787 w 1698455"/>
                <a:gd name="csY2" fmla="*/ 1785938 h 1785938"/>
                <a:gd name="csX3" fmla="*/ 0 w 1698455"/>
                <a:gd name="csY3" fmla="*/ 0 h 1785938"/>
                <a:gd name="csX0" fmla="*/ 29054 w 1727509"/>
                <a:gd name="csY0" fmla="*/ 0 h 1785938"/>
                <a:gd name="csX1" fmla="*/ 1711804 w 1727509"/>
                <a:gd name="csY1" fmla="*/ 3175 h 1785938"/>
                <a:gd name="csX2" fmla="*/ 868841 w 1727509"/>
                <a:gd name="csY2" fmla="*/ 1785938 h 1785938"/>
                <a:gd name="csX3" fmla="*/ 29054 w 1727509"/>
                <a:gd name="csY3" fmla="*/ 0 h 1785938"/>
                <a:gd name="csX0" fmla="*/ 29054 w 1727509"/>
                <a:gd name="csY0" fmla="*/ 89256 h 1875194"/>
                <a:gd name="csX1" fmla="*/ 1711804 w 1727509"/>
                <a:gd name="csY1" fmla="*/ 92431 h 1875194"/>
                <a:gd name="csX2" fmla="*/ 868841 w 1727509"/>
                <a:gd name="csY2" fmla="*/ 1875194 h 1875194"/>
                <a:gd name="csX3" fmla="*/ 29054 w 1727509"/>
                <a:gd name="csY3" fmla="*/ 89256 h 1875194"/>
                <a:gd name="csX0" fmla="*/ 29054 w 1727509"/>
                <a:gd name="csY0" fmla="*/ 166576 h 1952514"/>
                <a:gd name="csX1" fmla="*/ 1711804 w 1727509"/>
                <a:gd name="csY1" fmla="*/ 169751 h 1952514"/>
                <a:gd name="csX2" fmla="*/ 868841 w 1727509"/>
                <a:gd name="csY2" fmla="*/ 1952514 h 1952514"/>
                <a:gd name="csX3" fmla="*/ 29054 w 1727509"/>
                <a:gd name="csY3" fmla="*/ 166576 h 1952514"/>
                <a:gd name="csX0" fmla="*/ 29054 w 1727509"/>
                <a:gd name="csY0" fmla="*/ 172334 h 1958272"/>
                <a:gd name="csX1" fmla="*/ 1711804 w 1727509"/>
                <a:gd name="csY1" fmla="*/ 175509 h 1958272"/>
                <a:gd name="csX2" fmla="*/ 868841 w 1727509"/>
                <a:gd name="csY2" fmla="*/ 1958272 h 1958272"/>
                <a:gd name="csX3" fmla="*/ 29054 w 1727509"/>
                <a:gd name="csY3" fmla="*/ 172334 h 1958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27509" h="1958272">
                  <a:moveTo>
                    <a:pt x="29054" y="172334"/>
                  </a:moveTo>
                  <a:cubicBezTo>
                    <a:pt x="628071" y="-45683"/>
                    <a:pt x="1150887" y="-70024"/>
                    <a:pt x="1711804" y="175509"/>
                  </a:cubicBezTo>
                  <a:cubicBezTo>
                    <a:pt x="1783241" y="1328563"/>
                    <a:pt x="1629254" y="1538643"/>
                    <a:pt x="868841" y="1958272"/>
                  </a:cubicBezTo>
                  <a:cubicBezTo>
                    <a:pt x="207912" y="1623309"/>
                    <a:pt x="-100592" y="1256597"/>
                    <a:pt x="29054" y="17233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48A938D-7396-C975-BD0E-B352D6D67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7279" y="2591441"/>
              <a:ext cx="1837442" cy="20391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3162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Johnson, Randall</dc:creator>
  <cp:lastModifiedBy>Johnson, Randall</cp:lastModifiedBy>
  <cp:revision>1</cp:revision>
  <dcterms:created xsi:type="dcterms:W3CDTF">2026-07-10T16:55:07Z</dcterms:created>
  <dcterms:modified xsi:type="dcterms:W3CDTF">2026-07-10T18:22:25Z</dcterms:modified>
</cp:coreProperties>
</file>